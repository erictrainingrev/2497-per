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2.svg"/><Relationship Id="rId1" Type="http://schemas.openxmlformats.org/officeDocument/2006/relationships/image" Target="../media/image9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2.svg"/><Relationship Id="rId1" Type="http://schemas.openxmlformats.org/officeDocument/2006/relationships/image" Target="../media/image9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86528-6F27-46CD-BFC0-78ACD472795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9778C4-0DB3-4988-9485-4F90B128230C}">
      <dgm:prSet/>
      <dgm:spPr/>
      <dgm:t>
        <a:bodyPr/>
        <a:lstStyle/>
        <a:p>
          <a:r>
            <a:rPr lang="en-US"/>
            <a:t>Requirements gathering</a:t>
          </a:r>
        </a:p>
      </dgm:t>
    </dgm:pt>
    <dgm:pt modelId="{1EAC2E04-AF95-4007-B27C-BC2E1B9B30F5}" type="parTrans" cxnId="{18381119-DD1E-49DC-81E8-BBA297508AC7}">
      <dgm:prSet/>
      <dgm:spPr/>
      <dgm:t>
        <a:bodyPr/>
        <a:lstStyle/>
        <a:p>
          <a:endParaRPr lang="en-US"/>
        </a:p>
      </dgm:t>
    </dgm:pt>
    <dgm:pt modelId="{D23B7013-1293-4F0A-AEB0-AFFF60CF5554}" type="sibTrans" cxnId="{18381119-DD1E-49DC-81E8-BBA297508AC7}">
      <dgm:prSet/>
      <dgm:spPr/>
      <dgm:t>
        <a:bodyPr/>
        <a:lstStyle/>
        <a:p>
          <a:endParaRPr lang="en-US"/>
        </a:p>
      </dgm:t>
    </dgm:pt>
    <dgm:pt modelId="{FB863292-95AF-4989-8398-0156ECC06E44}">
      <dgm:prSet/>
      <dgm:spPr/>
      <dgm:t>
        <a:bodyPr/>
        <a:lstStyle/>
        <a:p>
          <a:r>
            <a:rPr lang="en-US"/>
            <a:t>Design</a:t>
          </a:r>
        </a:p>
      </dgm:t>
    </dgm:pt>
    <dgm:pt modelId="{45DCC1A6-6BCD-48E6-A94C-F6439B27D2AF}" type="parTrans" cxnId="{7F8F2C1D-4234-4A83-AAA2-D72218ED2A64}">
      <dgm:prSet/>
      <dgm:spPr/>
      <dgm:t>
        <a:bodyPr/>
        <a:lstStyle/>
        <a:p>
          <a:endParaRPr lang="en-US"/>
        </a:p>
      </dgm:t>
    </dgm:pt>
    <dgm:pt modelId="{25898A59-9540-4561-AAF1-79C3B0803516}" type="sibTrans" cxnId="{7F8F2C1D-4234-4A83-AAA2-D72218ED2A64}">
      <dgm:prSet/>
      <dgm:spPr/>
      <dgm:t>
        <a:bodyPr/>
        <a:lstStyle/>
        <a:p>
          <a:endParaRPr lang="en-US"/>
        </a:p>
      </dgm:t>
    </dgm:pt>
    <dgm:pt modelId="{1CFCB9EE-B8AC-4F3D-967E-355F64A7E1CD}">
      <dgm:prSet/>
      <dgm:spPr/>
      <dgm:t>
        <a:bodyPr/>
        <a:lstStyle/>
        <a:p>
          <a:r>
            <a:rPr lang="en-US"/>
            <a:t>Implementation</a:t>
          </a:r>
        </a:p>
      </dgm:t>
    </dgm:pt>
    <dgm:pt modelId="{5794B3F2-6E3B-485C-9A4E-D2980726651E}" type="parTrans" cxnId="{50339E6F-1E49-44E2-BC5E-4FF0DE21D6DB}">
      <dgm:prSet/>
      <dgm:spPr/>
      <dgm:t>
        <a:bodyPr/>
        <a:lstStyle/>
        <a:p>
          <a:endParaRPr lang="en-US"/>
        </a:p>
      </dgm:t>
    </dgm:pt>
    <dgm:pt modelId="{A604C881-FF65-4425-BC77-4460CF768467}" type="sibTrans" cxnId="{50339E6F-1E49-44E2-BC5E-4FF0DE21D6DB}">
      <dgm:prSet/>
      <dgm:spPr/>
      <dgm:t>
        <a:bodyPr/>
        <a:lstStyle/>
        <a:p>
          <a:endParaRPr lang="en-US"/>
        </a:p>
      </dgm:t>
    </dgm:pt>
    <dgm:pt modelId="{E29A1A96-30C0-4CAB-971B-A419259299C2}">
      <dgm:prSet/>
      <dgm:spPr/>
      <dgm:t>
        <a:bodyPr/>
        <a:lstStyle/>
        <a:p>
          <a:r>
            <a:rPr lang="en-US"/>
            <a:t>Testing</a:t>
          </a:r>
        </a:p>
      </dgm:t>
    </dgm:pt>
    <dgm:pt modelId="{B34594FB-504B-422E-BE6B-96AED1AB447E}" type="parTrans" cxnId="{63687F5F-B976-45BC-ADD0-BF6A0A93D62A}">
      <dgm:prSet/>
      <dgm:spPr/>
      <dgm:t>
        <a:bodyPr/>
        <a:lstStyle/>
        <a:p>
          <a:endParaRPr lang="en-US"/>
        </a:p>
      </dgm:t>
    </dgm:pt>
    <dgm:pt modelId="{10449F15-1B4C-4ED5-B5CF-3CC57B27F004}" type="sibTrans" cxnId="{63687F5F-B976-45BC-ADD0-BF6A0A93D62A}">
      <dgm:prSet/>
      <dgm:spPr/>
      <dgm:t>
        <a:bodyPr/>
        <a:lstStyle/>
        <a:p>
          <a:endParaRPr lang="en-US"/>
        </a:p>
      </dgm:t>
    </dgm:pt>
    <dgm:pt modelId="{2E14BBA7-A9BF-4AC1-90DF-21B4C623759C}">
      <dgm:prSet/>
      <dgm:spPr/>
      <dgm:t>
        <a:bodyPr/>
        <a:lstStyle/>
        <a:p>
          <a:r>
            <a:rPr lang="en-US"/>
            <a:t>Deployment</a:t>
          </a:r>
        </a:p>
      </dgm:t>
    </dgm:pt>
    <dgm:pt modelId="{AFF29B83-D82E-4122-B4D1-BB891E108BF6}" type="parTrans" cxnId="{1850696C-81B8-4C02-B69F-6F8194B789B5}">
      <dgm:prSet/>
      <dgm:spPr/>
      <dgm:t>
        <a:bodyPr/>
        <a:lstStyle/>
        <a:p>
          <a:endParaRPr lang="en-US"/>
        </a:p>
      </dgm:t>
    </dgm:pt>
    <dgm:pt modelId="{A808D1A1-4349-45B2-9439-7F55DE08A6F1}" type="sibTrans" cxnId="{1850696C-81B8-4C02-B69F-6F8194B789B5}">
      <dgm:prSet/>
      <dgm:spPr/>
      <dgm:t>
        <a:bodyPr/>
        <a:lstStyle/>
        <a:p>
          <a:endParaRPr lang="en-US"/>
        </a:p>
      </dgm:t>
    </dgm:pt>
    <dgm:pt modelId="{9F2BB7EC-A813-4E79-883F-2E508FEE69DB}">
      <dgm:prSet/>
      <dgm:spPr/>
      <dgm:t>
        <a:bodyPr/>
        <a:lstStyle/>
        <a:p>
          <a:r>
            <a:rPr lang="en-US"/>
            <a:t>Maintenance</a:t>
          </a:r>
        </a:p>
      </dgm:t>
    </dgm:pt>
    <dgm:pt modelId="{79DA981B-C532-4172-A617-38358FD60EAE}" type="parTrans" cxnId="{7455BCCF-DBA3-4F69-959B-94864C15DF96}">
      <dgm:prSet/>
      <dgm:spPr/>
      <dgm:t>
        <a:bodyPr/>
        <a:lstStyle/>
        <a:p>
          <a:endParaRPr lang="en-US"/>
        </a:p>
      </dgm:t>
    </dgm:pt>
    <dgm:pt modelId="{227049C1-2E66-4A2C-939F-B4267428A964}" type="sibTrans" cxnId="{7455BCCF-DBA3-4F69-959B-94864C15DF96}">
      <dgm:prSet/>
      <dgm:spPr/>
      <dgm:t>
        <a:bodyPr/>
        <a:lstStyle/>
        <a:p>
          <a:endParaRPr lang="en-US"/>
        </a:p>
      </dgm:t>
    </dgm:pt>
    <dgm:pt modelId="{CDF49010-6E4E-44C0-9E0D-96BDFF34E2DB}" type="pres">
      <dgm:prSet presAssocID="{17C86528-6F27-46CD-BFC0-78ACD4727955}" presName="root" presStyleCnt="0">
        <dgm:presLayoutVars>
          <dgm:dir/>
          <dgm:resizeHandles val="exact"/>
        </dgm:presLayoutVars>
      </dgm:prSet>
      <dgm:spPr/>
    </dgm:pt>
    <dgm:pt modelId="{FA2ACC56-B347-4D81-8762-483D2DA82042}" type="pres">
      <dgm:prSet presAssocID="{689778C4-0DB3-4988-9485-4F90B128230C}" presName="compNode" presStyleCnt="0"/>
      <dgm:spPr/>
    </dgm:pt>
    <dgm:pt modelId="{2CD02C1F-FBD1-4E43-BC75-C78C24AA5BD0}" type="pres">
      <dgm:prSet presAssocID="{689778C4-0DB3-4988-9485-4F90B128230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89BF39D-747F-49EB-BE38-F1545463825D}" type="pres">
      <dgm:prSet presAssocID="{689778C4-0DB3-4988-9485-4F90B128230C}" presName="spaceRect" presStyleCnt="0"/>
      <dgm:spPr/>
    </dgm:pt>
    <dgm:pt modelId="{A0758D2C-3E05-4D08-A0F2-B751B2D6AC4E}" type="pres">
      <dgm:prSet presAssocID="{689778C4-0DB3-4988-9485-4F90B128230C}" presName="textRect" presStyleLbl="revTx" presStyleIdx="0" presStyleCnt="6">
        <dgm:presLayoutVars>
          <dgm:chMax val="1"/>
          <dgm:chPref val="1"/>
        </dgm:presLayoutVars>
      </dgm:prSet>
      <dgm:spPr/>
    </dgm:pt>
    <dgm:pt modelId="{8D0FEAE5-9760-4ABF-8319-EA87F795F43F}" type="pres">
      <dgm:prSet presAssocID="{D23B7013-1293-4F0A-AEB0-AFFF60CF5554}" presName="sibTrans" presStyleCnt="0"/>
      <dgm:spPr/>
    </dgm:pt>
    <dgm:pt modelId="{5F1B63C9-D071-471A-82D9-4F6A4FD44DFA}" type="pres">
      <dgm:prSet presAssocID="{FB863292-95AF-4989-8398-0156ECC06E44}" presName="compNode" presStyleCnt="0"/>
      <dgm:spPr/>
    </dgm:pt>
    <dgm:pt modelId="{6E5D9148-00CB-40A9-8C6F-4C4C20DDCBCB}" type="pres">
      <dgm:prSet presAssocID="{FB863292-95AF-4989-8398-0156ECC06E4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F409E8F1-7286-4487-8002-1B20FD0AB50B}" type="pres">
      <dgm:prSet presAssocID="{FB863292-95AF-4989-8398-0156ECC06E44}" presName="spaceRect" presStyleCnt="0"/>
      <dgm:spPr/>
    </dgm:pt>
    <dgm:pt modelId="{2F5493C3-04A7-4AED-AA72-DA16D533C773}" type="pres">
      <dgm:prSet presAssocID="{FB863292-95AF-4989-8398-0156ECC06E44}" presName="textRect" presStyleLbl="revTx" presStyleIdx="1" presStyleCnt="6">
        <dgm:presLayoutVars>
          <dgm:chMax val="1"/>
          <dgm:chPref val="1"/>
        </dgm:presLayoutVars>
      </dgm:prSet>
      <dgm:spPr/>
    </dgm:pt>
    <dgm:pt modelId="{5CB8CAC1-4BC9-474F-803C-5FB24B4B5846}" type="pres">
      <dgm:prSet presAssocID="{25898A59-9540-4561-AAF1-79C3B0803516}" presName="sibTrans" presStyleCnt="0"/>
      <dgm:spPr/>
    </dgm:pt>
    <dgm:pt modelId="{989BE0F2-475B-4B89-AE57-7D4BD6FDF7F7}" type="pres">
      <dgm:prSet presAssocID="{1CFCB9EE-B8AC-4F3D-967E-355F64A7E1CD}" presName="compNode" presStyleCnt="0"/>
      <dgm:spPr/>
    </dgm:pt>
    <dgm:pt modelId="{F0B293E6-6DCB-417A-AD5B-C8ABE4E20315}" type="pres">
      <dgm:prSet presAssocID="{1CFCB9EE-B8AC-4F3D-967E-355F64A7E1C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2DEE1AF-BE96-43A0-81FE-6C9200A2EC64}" type="pres">
      <dgm:prSet presAssocID="{1CFCB9EE-B8AC-4F3D-967E-355F64A7E1CD}" presName="spaceRect" presStyleCnt="0"/>
      <dgm:spPr/>
    </dgm:pt>
    <dgm:pt modelId="{887447A6-F683-4D6C-9948-64C865FF6A87}" type="pres">
      <dgm:prSet presAssocID="{1CFCB9EE-B8AC-4F3D-967E-355F64A7E1CD}" presName="textRect" presStyleLbl="revTx" presStyleIdx="2" presStyleCnt="6">
        <dgm:presLayoutVars>
          <dgm:chMax val="1"/>
          <dgm:chPref val="1"/>
        </dgm:presLayoutVars>
      </dgm:prSet>
      <dgm:spPr/>
    </dgm:pt>
    <dgm:pt modelId="{FE4C8596-8F29-4E52-B327-4D674B63B937}" type="pres">
      <dgm:prSet presAssocID="{A604C881-FF65-4425-BC77-4460CF768467}" presName="sibTrans" presStyleCnt="0"/>
      <dgm:spPr/>
    </dgm:pt>
    <dgm:pt modelId="{E72E5741-A9F6-4BCA-8BCF-823C17F10352}" type="pres">
      <dgm:prSet presAssocID="{E29A1A96-30C0-4CAB-971B-A419259299C2}" presName="compNode" presStyleCnt="0"/>
      <dgm:spPr/>
    </dgm:pt>
    <dgm:pt modelId="{E1B090A3-D1FC-437E-99D1-A105DDE1CDE8}" type="pres">
      <dgm:prSet presAssocID="{E29A1A96-30C0-4CAB-971B-A419259299C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572481D5-E2F0-4AFD-B507-5632DCB67A2B}" type="pres">
      <dgm:prSet presAssocID="{E29A1A96-30C0-4CAB-971B-A419259299C2}" presName="spaceRect" presStyleCnt="0"/>
      <dgm:spPr/>
    </dgm:pt>
    <dgm:pt modelId="{2F7EEF7D-4ECF-47E2-B925-BFA6BBBE8180}" type="pres">
      <dgm:prSet presAssocID="{E29A1A96-30C0-4CAB-971B-A419259299C2}" presName="textRect" presStyleLbl="revTx" presStyleIdx="3" presStyleCnt="6">
        <dgm:presLayoutVars>
          <dgm:chMax val="1"/>
          <dgm:chPref val="1"/>
        </dgm:presLayoutVars>
      </dgm:prSet>
      <dgm:spPr/>
    </dgm:pt>
    <dgm:pt modelId="{962705B9-AB70-4BFB-9193-43CE4B2B9D99}" type="pres">
      <dgm:prSet presAssocID="{10449F15-1B4C-4ED5-B5CF-3CC57B27F004}" presName="sibTrans" presStyleCnt="0"/>
      <dgm:spPr/>
    </dgm:pt>
    <dgm:pt modelId="{CE344692-2413-491B-B93B-A490CAAD4DF2}" type="pres">
      <dgm:prSet presAssocID="{2E14BBA7-A9BF-4AC1-90DF-21B4C623759C}" presName="compNode" presStyleCnt="0"/>
      <dgm:spPr/>
    </dgm:pt>
    <dgm:pt modelId="{D468450F-84E5-4517-8172-19A5EA0DFC6D}" type="pres">
      <dgm:prSet presAssocID="{2E14BBA7-A9BF-4AC1-90DF-21B4C623759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AE28F7E-6603-4F10-B979-211436D982F4}" type="pres">
      <dgm:prSet presAssocID="{2E14BBA7-A9BF-4AC1-90DF-21B4C623759C}" presName="spaceRect" presStyleCnt="0"/>
      <dgm:spPr/>
    </dgm:pt>
    <dgm:pt modelId="{62A9E475-D310-47DB-9AF7-66886BC5844B}" type="pres">
      <dgm:prSet presAssocID="{2E14BBA7-A9BF-4AC1-90DF-21B4C623759C}" presName="textRect" presStyleLbl="revTx" presStyleIdx="4" presStyleCnt="6">
        <dgm:presLayoutVars>
          <dgm:chMax val="1"/>
          <dgm:chPref val="1"/>
        </dgm:presLayoutVars>
      </dgm:prSet>
      <dgm:spPr/>
    </dgm:pt>
    <dgm:pt modelId="{7921C5EF-71F2-4663-83B9-D1C600B36236}" type="pres">
      <dgm:prSet presAssocID="{A808D1A1-4349-45B2-9439-7F55DE08A6F1}" presName="sibTrans" presStyleCnt="0"/>
      <dgm:spPr/>
    </dgm:pt>
    <dgm:pt modelId="{44B09A52-60D7-468E-9BD3-5946448CA787}" type="pres">
      <dgm:prSet presAssocID="{9F2BB7EC-A813-4E79-883F-2E508FEE69DB}" presName="compNode" presStyleCnt="0"/>
      <dgm:spPr/>
    </dgm:pt>
    <dgm:pt modelId="{96C45C0D-3044-4775-9DAA-DFCCA124AB16}" type="pres">
      <dgm:prSet presAssocID="{9F2BB7EC-A813-4E79-883F-2E508FEE69DB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rewdriver"/>
        </a:ext>
      </dgm:extLst>
    </dgm:pt>
    <dgm:pt modelId="{D0B17B3A-BD19-4349-9DF8-5B5B99A93085}" type="pres">
      <dgm:prSet presAssocID="{9F2BB7EC-A813-4E79-883F-2E508FEE69DB}" presName="spaceRect" presStyleCnt="0"/>
      <dgm:spPr/>
    </dgm:pt>
    <dgm:pt modelId="{90EB9AB8-ADA6-47F3-963E-EE46F3B77B3F}" type="pres">
      <dgm:prSet presAssocID="{9F2BB7EC-A813-4E79-883F-2E508FEE69D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8381119-DD1E-49DC-81E8-BBA297508AC7}" srcId="{17C86528-6F27-46CD-BFC0-78ACD4727955}" destId="{689778C4-0DB3-4988-9485-4F90B128230C}" srcOrd="0" destOrd="0" parTransId="{1EAC2E04-AF95-4007-B27C-BC2E1B9B30F5}" sibTransId="{D23B7013-1293-4F0A-AEB0-AFFF60CF5554}"/>
    <dgm:cxn modelId="{7F8F2C1D-4234-4A83-AAA2-D72218ED2A64}" srcId="{17C86528-6F27-46CD-BFC0-78ACD4727955}" destId="{FB863292-95AF-4989-8398-0156ECC06E44}" srcOrd="1" destOrd="0" parTransId="{45DCC1A6-6BCD-48E6-A94C-F6439B27D2AF}" sibTransId="{25898A59-9540-4561-AAF1-79C3B0803516}"/>
    <dgm:cxn modelId="{698A2925-C027-4C0E-B5DD-AB8532DD4B61}" type="presOf" srcId="{689778C4-0DB3-4988-9485-4F90B128230C}" destId="{A0758D2C-3E05-4D08-A0F2-B751B2D6AC4E}" srcOrd="0" destOrd="0" presId="urn:microsoft.com/office/officeart/2018/2/layout/IconLabelList"/>
    <dgm:cxn modelId="{32041232-0880-4ED5-A72A-7A5FD4436740}" type="presOf" srcId="{1CFCB9EE-B8AC-4F3D-967E-355F64A7E1CD}" destId="{887447A6-F683-4D6C-9948-64C865FF6A87}" srcOrd="0" destOrd="0" presId="urn:microsoft.com/office/officeart/2018/2/layout/IconLabelList"/>
    <dgm:cxn modelId="{63687F5F-B976-45BC-ADD0-BF6A0A93D62A}" srcId="{17C86528-6F27-46CD-BFC0-78ACD4727955}" destId="{E29A1A96-30C0-4CAB-971B-A419259299C2}" srcOrd="3" destOrd="0" parTransId="{B34594FB-504B-422E-BE6B-96AED1AB447E}" sibTransId="{10449F15-1B4C-4ED5-B5CF-3CC57B27F004}"/>
    <dgm:cxn modelId="{EE1BD360-0144-40B0-9466-2D3817932EFC}" type="presOf" srcId="{2E14BBA7-A9BF-4AC1-90DF-21B4C623759C}" destId="{62A9E475-D310-47DB-9AF7-66886BC5844B}" srcOrd="0" destOrd="0" presId="urn:microsoft.com/office/officeart/2018/2/layout/IconLabelList"/>
    <dgm:cxn modelId="{1850696C-81B8-4C02-B69F-6F8194B789B5}" srcId="{17C86528-6F27-46CD-BFC0-78ACD4727955}" destId="{2E14BBA7-A9BF-4AC1-90DF-21B4C623759C}" srcOrd="4" destOrd="0" parTransId="{AFF29B83-D82E-4122-B4D1-BB891E108BF6}" sibTransId="{A808D1A1-4349-45B2-9439-7F55DE08A6F1}"/>
    <dgm:cxn modelId="{50339E6F-1E49-44E2-BC5E-4FF0DE21D6DB}" srcId="{17C86528-6F27-46CD-BFC0-78ACD4727955}" destId="{1CFCB9EE-B8AC-4F3D-967E-355F64A7E1CD}" srcOrd="2" destOrd="0" parTransId="{5794B3F2-6E3B-485C-9A4E-D2980726651E}" sibTransId="{A604C881-FF65-4425-BC77-4460CF768467}"/>
    <dgm:cxn modelId="{DC67D07F-20BB-4528-BE85-F245BEBA9BA1}" type="presOf" srcId="{9F2BB7EC-A813-4E79-883F-2E508FEE69DB}" destId="{90EB9AB8-ADA6-47F3-963E-EE46F3B77B3F}" srcOrd="0" destOrd="0" presId="urn:microsoft.com/office/officeart/2018/2/layout/IconLabelList"/>
    <dgm:cxn modelId="{614E669A-4A9D-4F3C-9DED-6171B68B75A2}" type="presOf" srcId="{17C86528-6F27-46CD-BFC0-78ACD4727955}" destId="{CDF49010-6E4E-44C0-9E0D-96BDFF34E2DB}" srcOrd="0" destOrd="0" presId="urn:microsoft.com/office/officeart/2018/2/layout/IconLabelList"/>
    <dgm:cxn modelId="{7455BCCF-DBA3-4F69-959B-94864C15DF96}" srcId="{17C86528-6F27-46CD-BFC0-78ACD4727955}" destId="{9F2BB7EC-A813-4E79-883F-2E508FEE69DB}" srcOrd="5" destOrd="0" parTransId="{79DA981B-C532-4172-A617-38358FD60EAE}" sibTransId="{227049C1-2E66-4A2C-939F-B4267428A964}"/>
    <dgm:cxn modelId="{0015A4D6-702F-4CD8-BA71-8D2091B8F0A4}" type="presOf" srcId="{E29A1A96-30C0-4CAB-971B-A419259299C2}" destId="{2F7EEF7D-4ECF-47E2-B925-BFA6BBBE8180}" srcOrd="0" destOrd="0" presId="urn:microsoft.com/office/officeart/2018/2/layout/IconLabelList"/>
    <dgm:cxn modelId="{3DA40FE2-910A-4439-B755-ECA9419DF8E9}" type="presOf" srcId="{FB863292-95AF-4989-8398-0156ECC06E44}" destId="{2F5493C3-04A7-4AED-AA72-DA16D533C773}" srcOrd="0" destOrd="0" presId="urn:microsoft.com/office/officeart/2018/2/layout/IconLabelList"/>
    <dgm:cxn modelId="{AA378F63-EB6A-41E3-ACF4-43FD68FBE707}" type="presParOf" srcId="{CDF49010-6E4E-44C0-9E0D-96BDFF34E2DB}" destId="{FA2ACC56-B347-4D81-8762-483D2DA82042}" srcOrd="0" destOrd="0" presId="urn:microsoft.com/office/officeart/2018/2/layout/IconLabelList"/>
    <dgm:cxn modelId="{13F05DCA-5E84-44DA-9FDA-ACC282F54D81}" type="presParOf" srcId="{FA2ACC56-B347-4D81-8762-483D2DA82042}" destId="{2CD02C1F-FBD1-4E43-BC75-C78C24AA5BD0}" srcOrd="0" destOrd="0" presId="urn:microsoft.com/office/officeart/2018/2/layout/IconLabelList"/>
    <dgm:cxn modelId="{48969ED5-8BD1-4988-9B88-ED30400D4E01}" type="presParOf" srcId="{FA2ACC56-B347-4D81-8762-483D2DA82042}" destId="{389BF39D-747F-49EB-BE38-F1545463825D}" srcOrd="1" destOrd="0" presId="urn:microsoft.com/office/officeart/2018/2/layout/IconLabelList"/>
    <dgm:cxn modelId="{1B545436-5618-4779-AE23-332BAAE237A1}" type="presParOf" srcId="{FA2ACC56-B347-4D81-8762-483D2DA82042}" destId="{A0758D2C-3E05-4D08-A0F2-B751B2D6AC4E}" srcOrd="2" destOrd="0" presId="urn:microsoft.com/office/officeart/2018/2/layout/IconLabelList"/>
    <dgm:cxn modelId="{9231A798-37A2-4FBA-A82A-C71BC10CDAC3}" type="presParOf" srcId="{CDF49010-6E4E-44C0-9E0D-96BDFF34E2DB}" destId="{8D0FEAE5-9760-4ABF-8319-EA87F795F43F}" srcOrd="1" destOrd="0" presId="urn:microsoft.com/office/officeart/2018/2/layout/IconLabelList"/>
    <dgm:cxn modelId="{B2AAFAF0-8EE7-4BAE-9F57-197C43DE99D3}" type="presParOf" srcId="{CDF49010-6E4E-44C0-9E0D-96BDFF34E2DB}" destId="{5F1B63C9-D071-471A-82D9-4F6A4FD44DFA}" srcOrd="2" destOrd="0" presId="urn:microsoft.com/office/officeart/2018/2/layout/IconLabelList"/>
    <dgm:cxn modelId="{2EA46F02-0C77-4648-9A54-FE683E51E9EB}" type="presParOf" srcId="{5F1B63C9-D071-471A-82D9-4F6A4FD44DFA}" destId="{6E5D9148-00CB-40A9-8C6F-4C4C20DDCBCB}" srcOrd="0" destOrd="0" presId="urn:microsoft.com/office/officeart/2018/2/layout/IconLabelList"/>
    <dgm:cxn modelId="{8440CC62-5D79-4BC3-B77E-513B44684149}" type="presParOf" srcId="{5F1B63C9-D071-471A-82D9-4F6A4FD44DFA}" destId="{F409E8F1-7286-4487-8002-1B20FD0AB50B}" srcOrd="1" destOrd="0" presId="urn:microsoft.com/office/officeart/2018/2/layout/IconLabelList"/>
    <dgm:cxn modelId="{53BA1FA1-78E8-41C5-BFE2-53F32178317E}" type="presParOf" srcId="{5F1B63C9-D071-471A-82D9-4F6A4FD44DFA}" destId="{2F5493C3-04A7-4AED-AA72-DA16D533C773}" srcOrd="2" destOrd="0" presId="urn:microsoft.com/office/officeart/2018/2/layout/IconLabelList"/>
    <dgm:cxn modelId="{5395510E-BE8D-4CBA-800C-38D73C59CC11}" type="presParOf" srcId="{CDF49010-6E4E-44C0-9E0D-96BDFF34E2DB}" destId="{5CB8CAC1-4BC9-474F-803C-5FB24B4B5846}" srcOrd="3" destOrd="0" presId="urn:microsoft.com/office/officeart/2018/2/layout/IconLabelList"/>
    <dgm:cxn modelId="{98B5E12E-03BB-4AEB-AAC4-C4A3D7AEC498}" type="presParOf" srcId="{CDF49010-6E4E-44C0-9E0D-96BDFF34E2DB}" destId="{989BE0F2-475B-4B89-AE57-7D4BD6FDF7F7}" srcOrd="4" destOrd="0" presId="urn:microsoft.com/office/officeart/2018/2/layout/IconLabelList"/>
    <dgm:cxn modelId="{EE0077D1-14CE-4ED2-9ED8-D359C21F2711}" type="presParOf" srcId="{989BE0F2-475B-4B89-AE57-7D4BD6FDF7F7}" destId="{F0B293E6-6DCB-417A-AD5B-C8ABE4E20315}" srcOrd="0" destOrd="0" presId="urn:microsoft.com/office/officeart/2018/2/layout/IconLabelList"/>
    <dgm:cxn modelId="{AADF3766-2286-410E-9243-0F9C049BB8C0}" type="presParOf" srcId="{989BE0F2-475B-4B89-AE57-7D4BD6FDF7F7}" destId="{C2DEE1AF-BE96-43A0-81FE-6C9200A2EC64}" srcOrd="1" destOrd="0" presId="urn:microsoft.com/office/officeart/2018/2/layout/IconLabelList"/>
    <dgm:cxn modelId="{3BBB509C-04F8-4D8C-BF1D-87AD560D86FB}" type="presParOf" srcId="{989BE0F2-475B-4B89-AE57-7D4BD6FDF7F7}" destId="{887447A6-F683-4D6C-9948-64C865FF6A87}" srcOrd="2" destOrd="0" presId="urn:microsoft.com/office/officeart/2018/2/layout/IconLabelList"/>
    <dgm:cxn modelId="{26531274-2E4A-4BAF-9318-95D2024F2F83}" type="presParOf" srcId="{CDF49010-6E4E-44C0-9E0D-96BDFF34E2DB}" destId="{FE4C8596-8F29-4E52-B327-4D674B63B937}" srcOrd="5" destOrd="0" presId="urn:microsoft.com/office/officeart/2018/2/layout/IconLabelList"/>
    <dgm:cxn modelId="{CC9AC525-3A99-4D10-AE69-FB308FEBAD15}" type="presParOf" srcId="{CDF49010-6E4E-44C0-9E0D-96BDFF34E2DB}" destId="{E72E5741-A9F6-4BCA-8BCF-823C17F10352}" srcOrd="6" destOrd="0" presId="urn:microsoft.com/office/officeart/2018/2/layout/IconLabelList"/>
    <dgm:cxn modelId="{BB4E3221-9EC7-4819-B4E8-46BA5F98FE06}" type="presParOf" srcId="{E72E5741-A9F6-4BCA-8BCF-823C17F10352}" destId="{E1B090A3-D1FC-437E-99D1-A105DDE1CDE8}" srcOrd="0" destOrd="0" presId="urn:microsoft.com/office/officeart/2018/2/layout/IconLabelList"/>
    <dgm:cxn modelId="{FE31567F-E801-4CA7-8FCB-54A6749AC11B}" type="presParOf" srcId="{E72E5741-A9F6-4BCA-8BCF-823C17F10352}" destId="{572481D5-E2F0-4AFD-B507-5632DCB67A2B}" srcOrd="1" destOrd="0" presId="urn:microsoft.com/office/officeart/2018/2/layout/IconLabelList"/>
    <dgm:cxn modelId="{356FD7A5-BDFF-4B27-87CE-DE1EE8F69F67}" type="presParOf" srcId="{E72E5741-A9F6-4BCA-8BCF-823C17F10352}" destId="{2F7EEF7D-4ECF-47E2-B925-BFA6BBBE8180}" srcOrd="2" destOrd="0" presId="urn:microsoft.com/office/officeart/2018/2/layout/IconLabelList"/>
    <dgm:cxn modelId="{BA16B77E-CAB0-47F8-8639-B383B01C520E}" type="presParOf" srcId="{CDF49010-6E4E-44C0-9E0D-96BDFF34E2DB}" destId="{962705B9-AB70-4BFB-9193-43CE4B2B9D99}" srcOrd="7" destOrd="0" presId="urn:microsoft.com/office/officeart/2018/2/layout/IconLabelList"/>
    <dgm:cxn modelId="{CBBC9402-6A79-4CF0-8840-AC81C10B1600}" type="presParOf" srcId="{CDF49010-6E4E-44C0-9E0D-96BDFF34E2DB}" destId="{CE344692-2413-491B-B93B-A490CAAD4DF2}" srcOrd="8" destOrd="0" presId="urn:microsoft.com/office/officeart/2018/2/layout/IconLabelList"/>
    <dgm:cxn modelId="{BCFD3B31-962C-422D-9847-B6210C7A7EF5}" type="presParOf" srcId="{CE344692-2413-491B-B93B-A490CAAD4DF2}" destId="{D468450F-84E5-4517-8172-19A5EA0DFC6D}" srcOrd="0" destOrd="0" presId="urn:microsoft.com/office/officeart/2018/2/layout/IconLabelList"/>
    <dgm:cxn modelId="{582FAA5B-5A34-4F8F-8996-42176939AEB5}" type="presParOf" srcId="{CE344692-2413-491B-B93B-A490CAAD4DF2}" destId="{FAE28F7E-6603-4F10-B979-211436D982F4}" srcOrd="1" destOrd="0" presId="urn:microsoft.com/office/officeart/2018/2/layout/IconLabelList"/>
    <dgm:cxn modelId="{41D45795-55E7-41DD-8C11-1EB15BE581A1}" type="presParOf" srcId="{CE344692-2413-491B-B93B-A490CAAD4DF2}" destId="{62A9E475-D310-47DB-9AF7-66886BC5844B}" srcOrd="2" destOrd="0" presId="urn:microsoft.com/office/officeart/2018/2/layout/IconLabelList"/>
    <dgm:cxn modelId="{5B9CF11A-97B5-4E70-B891-1BF15E2F27D7}" type="presParOf" srcId="{CDF49010-6E4E-44C0-9E0D-96BDFF34E2DB}" destId="{7921C5EF-71F2-4663-83B9-D1C600B36236}" srcOrd="9" destOrd="0" presId="urn:microsoft.com/office/officeart/2018/2/layout/IconLabelList"/>
    <dgm:cxn modelId="{6BDEF265-C754-42B1-8B62-ECD492DBA34B}" type="presParOf" srcId="{CDF49010-6E4E-44C0-9E0D-96BDFF34E2DB}" destId="{44B09A52-60D7-468E-9BD3-5946448CA787}" srcOrd="10" destOrd="0" presId="urn:microsoft.com/office/officeart/2018/2/layout/IconLabelList"/>
    <dgm:cxn modelId="{BD22C6E3-5DE1-4C48-A0CA-83440EB56949}" type="presParOf" srcId="{44B09A52-60D7-468E-9BD3-5946448CA787}" destId="{96C45C0D-3044-4775-9DAA-DFCCA124AB16}" srcOrd="0" destOrd="0" presId="urn:microsoft.com/office/officeart/2018/2/layout/IconLabelList"/>
    <dgm:cxn modelId="{71E7BE2B-8C2D-49AD-8F14-ED33DB18D639}" type="presParOf" srcId="{44B09A52-60D7-468E-9BD3-5946448CA787}" destId="{D0B17B3A-BD19-4349-9DF8-5B5B99A93085}" srcOrd="1" destOrd="0" presId="urn:microsoft.com/office/officeart/2018/2/layout/IconLabelList"/>
    <dgm:cxn modelId="{13120EFD-8582-497B-8251-9AB146E7EDC7}" type="presParOf" srcId="{44B09A52-60D7-468E-9BD3-5946448CA787}" destId="{90EB9AB8-ADA6-47F3-963E-EE46F3B77B3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DE9BD7-3D70-49E8-87D3-2A1C29CD2E3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24FC57-2657-4A1B-AC98-96A1DD35348A}">
      <dgm:prSet/>
      <dgm:spPr/>
      <dgm:t>
        <a:bodyPr/>
        <a:lstStyle/>
        <a:p>
          <a:r>
            <a:rPr lang="en-US"/>
            <a:t>Requirements Analysis</a:t>
          </a:r>
        </a:p>
      </dgm:t>
    </dgm:pt>
    <dgm:pt modelId="{D470D52B-B2A0-4BD5-81CC-9897F048F049}" type="parTrans" cxnId="{9D654B9D-4D55-4C4F-AD8B-16D51DF833F7}">
      <dgm:prSet/>
      <dgm:spPr/>
      <dgm:t>
        <a:bodyPr/>
        <a:lstStyle/>
        <a:p>
          <a:endParaRPr lang="en-US"/>
        </a:p>
      </dgm:t>
    </dgm:pt>
    <dgm:pt modelId="{37103AE6-B3A1-4014-B5AF-8F1F5F42DD02}" type="sibTrans" cxnId="{9D654B9D-4D55-4C4F-AD8B-16D51DF833F7}">
      <dgm:prSet/>
      <dgm:spPr/>
      <dgm:t>
        <a:bodyPr/>
        <a:lstStyle/>
        <a:p>
          <a:endParaRPr lang="en-US"/>
        </a:p>
      </dgm:t>
    </dgm:pt>
    <dgm:pt modelId="{C4ABB29D-B331-4839-9E76-75EF43260C3F}">
      <dgm:prSet/>
      <dgm:spPr/>
      <dgm:t>
        <a:bodyPr/>
        <a:lstStyle/>
        <a:p>
          <a:r>
            <a:rPr lang="en-US"/>
            <a:t>Test Planning</a:t>
          </a:r>
        </a:p>
      </dgm:t>
    </dgm:pt>
    <dgm:pt modelId="{9D1BE647-CF87-4AA4-9BFE-5FC27C44D2FE}" type="parTrans" cxnId="{DDF94E37-791D-484F-9E3F-3E79688F3331}">
      <dgm:prSet/>
      <dgm:spPr/>
      <dgm:t>
        <a:bodyPr/>
        <a:lstStyle/>
        <a:p>
          <a:endParaRPr lang="en-US"/>
        </a:p>
      </dgm:t>
    </dgm:pt>
    <dgm:pt modelId="{6DA5C4A0-F653-4895-860A-52EE1A77A03B}" type="sibTrans" cxnId="{DDF94E37-791D-484F-9E3F-3E79688F3331}">
      <dgm:prSet/>
      <dgm:spPr/>
      <dgm:t>
        <a:bodyPr/>
        <a:lstStyle/>
        <a:p>
          <a:endParaRPr lang="en-US"/>
        </a:p>
      </dgm:t>
    </dgm:pt>
    <dgm:pt modelId="{6F169ABF-0321-4752-B64C-5549335A8C74}">
      <dgm:prSet/>
      <dgm:spPr/>
      <dgm:t>
        <a:bodyPr/>
        <a:lstStyle/>
        <a:p>
          <a:r>
            <a:rPr lang="en-US"/>
            <a:t>Test Case Design</a:t>
          </a:r>
        </a:p>
      </dgm:t>
    </dgm:pt>
    <dgm:pt modelId="{56B2FBE8-54FE-46C3-98BA-60058FDA3398}" type="parTrans" cxnId="{E7DFF595-AF39-48E0-B8CE-565F35DE15E3}">
      <dgm:prSet/>
      <dgm:spPr/>
      <dgm:t>
        <a:bodyPr/>
        <a:lstStyle/>
        <a:p>
          <a:endParaRPr lang="en-US"/>
        </a:p>
      </dgm:t>
    </dgm:pt>
    <dgm:pt modelId="{F4269136-C1AC-43DC-A641-B69EFCAF7829}" type="sibTrans" cxnId="{E7DFF595-AF39-48E0-B8CE-565F35DE15E3}">
      <dgm:prSet/>
      <dgm:spPr/>
      <dgm:t>
        <a:bodyPr/>
        <a:lstStyle/>
        <a:p>
          <a:endParaRPr lang="en-US"/>
        </a:p>
      </dgm:t>
    </dgm:pt>
    <dgm:pt modelId="{1283892F-DFD5-43B6-BF76-70386A018795}">
      <dgm:prSet/>
      <dgm:spPr/>
      <dgm:t>
        <a:bodyPr/>
        <a:lstStyle/>
        <a:p>
          <a:r>
            <a:rPr lang="en-US"/>
            <a:t>Test Environment Setup</a:t>
          </a:r>
        </a:p>
      </dgm:t>
    </dgm:pt>
    <dgm:pt modelId="{7ECDF338-53AD-464B-9632-027B3C8CB0DF}" type="parTrans" cxnId="{CBF16724-18CE-4BD4-9F10-CD2812D4A950}">
      <dgm:prSet/>
      <dgm:spPr/>
      <dgm:t>
        <a:bodyPr/>
        <a:lstStyle/>
        <a:p>
          <a:endParaRPr lang="en-US"/>
        </a:p>
      </dgm:t>
    </dgm:pt>
    <dgm:pt modelId="{3B3A6D93-0AE4-49CA-955F-AB0E0D52E368}" type="sibTrans" cxnId="{CBF16724-18CE-4BD4-9F10-CD2812D4A950}">
      <dgm:prSet/>
      <dgm:spPr/>
      <dgm:t>
        <a:bodyPr/>
        <a:lstStyle/>
        <a:p>
          <a:endParaRPr lang="en-US"/>
        </a:p>
      </dgm:t>
    </dgm:pt>
    <dgm:pt modelId="{3CEFC5FA-9E58-415D-A283-7D24FA402368}">
      <dgm:prSet/>
      <dgm:spPr/>
      <dgm:t>
        <a:bodyPr/>
        <a:lstStyle/>
        <a:p>
          <a:r>
            <a:rPr lang="en-US"/>
            <a:t>Test Execution</a:t>
          </a:r>
        </a:p>
      </dgm:t>
    </dgm:pt>
    <dgm:pt modelId="{73BEDE4B-AEE3-4237-967A-58E4F1E152AD}" type="parTrans" cxnId="{CAD84BA8-6928-473B-884A-EB9C18A38449}">
      <dgm:prSet/>
      <dgm:spPr/>
      <dgm:t>
        <a:bodyPr/>
        <a:lstStyle/>
        <a:p>
          <a:endParaRPr lang="en-US"/>
        </a:p>
      </dgm:t>
    </dgm:pt>
    <dgm:pt modelId="{EEEC12E2-E1DA-49AF-B6F0-73558E8B6B96}" type="sibTrans" cxnId="{CAD84BA8-6928-473B-884A-EB9C18A38449}">
      <dgm:prSet/>
      <dgm:spPr/>
      <dgm:t>
        <a:bodyPr/>
        <a:lstStyle/>
        <a:p>
          <a:endParaRPr lang="en-US"/>
        </a:p>
      </dgm:t>
    </dgm:pt>
    <dgm:pt modelId="{625E3E93-66DE-4FF2-A623-37FCD594CDD6}">
      <dgm:prSet/>
      <dgm:spPr/>
      <dgm:t>
        <a:bodyPr/>
        <a:lstStyle/>
        <a:p>
          <a:r>
            <a:rPr lang="en-US"/>
            <a:t>Test Closure</a:t>
          </a:r>
        </a:p>
      </dgm:t>
    </dgm:pt>
    <dgm:pt modelId="{048452A3-AD6A-4C1D-8942-448BCA7239D5}" type="parTrans" cxnId="{4C028FE0-9F63-4444-B2E2-BB421B86492E}">
      <dgm:prSet/>
      <dgm:spPr/>
      <dgm:t>
        <a:bodyPr/>
        <a:lstStyle/>
        <a:p>
          <a:endParaRPr lang="en-US"/>
        </a:p>
      </dgm:t>
    </dgm:pt>
    <dgm:pt modelId="{430A0658-87E1-4BFF-99BD-06B0014B232E}" type="sibTrans" cxnId="{4C028FE0-9F63-4444-B2E2-BB421B86492E}">
      <dgm:prSet/>
      <dgm:spPr/>
      <dgm:t>
        <a:bodyPr/>
        <a:lstStyle/>
        <a:p>
          <a:endParaRPr lang="en-US"/>
        </a:p>
      </dgm:t>
    </dgm:pt>
    <dgm:pt modelId="{6C62967C-E84B-4CA1-B068-D0072B6E8135}" type="pres">
      <dgm:prSet presAssocID="{4FDE9BD7-3D70-49E8-87D3-2A1C29CD2E37}" presName="linear" presStyleCnt="0">
        <dgm:presLayoutVars>
          <dgm:animLvl val="lvl"/>
          <dgm:resizeHandles val="exact"/>
        </dgm:presLayoutVars>
      </dgm:prSet>
      <dgm:spPr/>
    </dgm:pt>
    <dgm:pt modelId="{951632B6-D390-45E4-B7AD-DD263D47DEC0}" type="pres">
      <dgm:prSet presAssocID="{2324FC57-2657-4A1B-AC98-96A1DD35348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5DDF612-D601-49EB-BBEA-874FAAE083E0}" type="pres">
      <dgm:prSet presAssocID="{37103AE6-B3A1-4014-B5AF-8F1F5F42DD02}" presName="spacer" presStyleCnt="0"/>
      <dgm:spPr/>
    </dgm:pt>
    <dgm:pt modelId="{9C492ABC-5E89-4508-AF58-32F267208162}" type="pres">
      <dgm:prSet presAssocID="{C4ABB29D-B331-4839-9E76-75EF43260C3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4DCB843-2270-4B25-A9C3-95C4CB077111}" type="pres">
      <dgm:prSet presAssocID="{6DA5C4A0-F653-4895-860A-52EE1A77A03B}" presName="spacer" presStyleCnt="0"/>
      <dgm:spPr/>
    </dgm:pt>
    <dgm:pt modelId="{C70A084F-61D3-486C-B54A-4026B318ABA9}" type="pres">
      <dgm:prSet presAssocID="{6F169ABF-0321-4752-B64C-5549335A8C7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F423971-8EA4-43CE-8669-433CD38CF979}" type="pres">
      <dgm:prSet presAssocID="{F4269136-C1AC-43DC-A641-B69EFCAF7829}" presName="spacer" presStyleCnt="0"/>
      <dgm:spPr/>
    </dgm:pt>
    <dgm:pt modelId="{2E365CF7-9E95-48CE-921A-2506F5167B2B}" type="pres">
      <dgm:prSet presAssocID="{1283892F-DFD5-43B6-BF76-70386A01879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79E59F1-E03F-4658-82A3-9F1FB0AC7D23}" type="pres">
      <dgm:prSet presAssocID="{3B3A6D93-0AE4-49CA-955F-AB0E0D52E368}" presName="spacer" presStyleCnt="0"/>
      <dgm:spPr/>
    </dgm:pt>
    <dgm:pt modelId="{BFCE787C-46C8-4AED-B98B-11C4C89B7B08}" type="pres">
      <dgm:prSet presAssocID="{3CEFC5FA-9E58-415D-A283-7D24FA40236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4251925-633E-421F-A763-08854BB7CA91}" type="pres">
      <dgm:prSet presAssocID="{EEEC12E2-E1DA-49AF-B6F0-73558E8B6B96}" presName="spacer" presStyleCnt="0"/>
      <dgm:spPr/>
    </dgm:pt>
    <dgm:pt modelId="{0C53CD52-7B48-4657-ACBC-8B287275C508}" type="pres">
      <dgm:prSet presAssocID="{625E3E93-66DE-4FF2-A623-37FCD594CDD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806C700-1474-44E4-BCAA-1C1848B41C32}" type="presOf" srcId="{3CEFC5FA-9E58-415D-A283-7D24FA402368}" destId="{BFCE787C-46C8-4AED-B98B-11C4C89B7B08}" srcOrd="0" destOrd="0" presId="urn:microsoft.com/office/officeart/2005/8/layout/vList2"/>
    <dgm:cxn modelId="{DB5BC707-3883-42D8-9926-5B3DC04B52F8}" type="presOf" srcId="{625E3E93-66DE-4FF2-A623-37FCD594CDD6}" destId="{0C53CD52-7B48-4657-ACBC-8B287275C508}" srcOrd="0" destOrd="0" presId="urn:microsoft.com/office/officeart/2005/8/layout/vList2"/>
    <dgm:cxn modelId="{CBF16724-18CE-4BD4-9F10-CD2812D4A950}" srcId="{4FDE9BD7-3D70-49E8-87D3-2A1C29CD2E37}" destId="{1283892F-DFD5-43B6-BF76-70386A018795}" srcOrd="3" destOrd="0" parTransId="{7ECDF338-53AD-464B-9632-027B3C8CB0DF}" sibTransId="{3B3A6D93-0AE4-49CA-955F-AB0E0D52E368}"/>
    <dgm:cxn modelId="{DDF94E37-791D-484F-9E3F-3E79688F3331}" srcId="{4FDE9BD7-3D70-49E8-87D3-2A1C29CD2E37}" destId="{C4ABB29D-B331-4839-9E76-75EF43260C3F}" srcOrd="1" destOrd="0" parTransId="{9D1BE647-CF87-4AA4-9BFE-5FC27C44D2FE}" sibTransId="{6DA5C4A0-F653-4895-860A-52EE1A77A03B}"/>
    <dgm:cxn modelId="{97656B71-3680-4AA0-890E-643D7D73FD90}" type="presOf" srcId="{4FDE9BD7-3D70-49E8-87D3-2A1C29CD2E37}" destId="{6C62967C-E84B-4CA1-B068-D0072B6E8135}" srcOrd="0" destOrd="0" presId="urn:microsoft.com/office/officeart/2005/8/layout/vList2"/>
    <dgm:cxn modelId="{F21AD951-6F45-41B8-9DCC-7388F46E9CF0}" type="presOf" srcId="{2324FC57-2657-4A1B-AC98-96A1DD35348A}" destId="{951632B6-D390-45E4-B7AD-DD263D47DEC0}" srcOrd="0" destOrd="0" presId="urn:microsoft.com/office/officeart/2005/8/layout/vList2"/>
    <dgm:cxn modelId="{DD348985-8A1A-4D33-92A3-B04ECEAEED47}" type="presOf" srcId="{6F169ABF-0321-4752-B64C-5549335A8C74}" destId="{C70A084F-61D3-486C-B54A-4026B318ABA9}" srcOrd="0" destOrd="0" presId="urn:microsoft.com/office/officeart/2005/8/layout/vList2"/>
    <dgm:cxn modelId="{B2E31194-504D-4781-A28C-06AB8A329224}" type="presOf" srcId="{1283892F-DFD5-43B6-BF76-70386A018795}" destId="{2E365CF7-9E95-48CE-921A-2506F5167B2B}" srcOrd="0" destOrd="0" presId="urn:microsoft.com/office/officeart/2005/8/layout/vList2"/>
    <dgm:cxn modelId="{E7DFF595-AF39-48E0-B8CE-565F35DE15E3}" srcId="{4FDE9BD7-3D70-49E8-87D3-2A1C29CD2E37}" destId="{6F169ABF-0321-4752-B64C-5549335A8C74}" srcOrd="2" destOrd="0" parTransId="{56B2FBE8-54FE-46C3-98BA-60058FDA3398}" sibTransId="{F4269136-C1AC-43DC-A641-B69EFCAF7829}"/>
    <dgm:cxn modelId="{9D654B9D-4D55-4C4F-AD8B-16D51DF833F7}" srcId="{4FDE9BD7-3D70-49E8-87D3-2A1C29CD2E37}" destId="{2324FC57-2657-4A1B-AC98-96A1DD35348A}" srcOrd="0" destOrd="0" parTransId="{D470D52B-B2A0-4BD5-81CC-9897F048F049}" sibTransId="{37103AE6-B3A1-4014-B5AF-8F1F5F42DD02}"/>
    <dgm:cxn modelId="{CAD84BA8-6928-473B-884A-EB9C18A38449}" srcId="{4FDE9BD7-3D70-49E8-87D3-2A1C29CD2E37}" destId="{3CEFC5FA-9E58-415D-A283-7D24FA402368}" srcOrd="4" destOrd="0" parTransId="{73BEDE4B-AEE3-4237-967A-58E4F1E152AD}" sibTransId="{EEEC12E2-E1DA-49AF-B6F0-73558E8B6B96}"/>
    <dgm:cxn modelId="{4C028FE0-9F63-4444-B2E2-BB421B86492E}" srcId="{4FDE9BD7-3D70-49E8-87D3-2A1C29CD2E37}" destId="{625E3E93-66DE-4FF2-A623-37FCD594CDD6}" srcOrd="5" destOrd="0" parTransId="{048452A3-AD6A-4C1D-8942-448BCA7239D5}" sibTransId="{430A0658-87E1-4BFF-99BD-06B0014B232E}"/>
    <dgm:cxn modelId="{579387F2-94BB-451D-A9A0-2BAFD1F44438}" type="presOf" srcId="{C4ABB29D-B331-4839-9E76-75EF43260C3F}" destId="{9C492ABC-5E89-4508-AF58-32F267208162}" srcOrd="0" destOrd="0" presId="urn:microsoft.com/office/officeart/2005/8/layout/vList2"/>
    <dgm:cxn modelId="{1A241CD0-258B-48C5-B6CB-B3FCE9DE0973}" type="presParOf" srcId="{6C62967C-E84B-4CA1-B068-D0072B6E8135}" destId="{951632B6-D390-45E4-B7AD-DD263D47DEC0}" srcOrd="0" destOrd="0" presId="urn:microsoft.com/office/officeart/2005/8/layout/vList2"/>
    <dgm:cxn modelId="{31A84C8B-57D2-4ECA-8C7A-DFBC97F7108D}" type="presParOf" srcId="{6C62967C-E84B-4CA1-B068-D0072B6E8135}" destId="{A5DDF612-D601-49EB-BBEA-874FAAE083E0}" srcOrd="1" destOrd="0" presId="urn:microsoft.com/office/officeart/2005/8/layout/vList2"/>
    <dgm:cxn modelId="{49E96940-8F0A-41C6-AF41-48F498C385DD}" type="presParOf" srcId="{6C62967C-E84B-4CA1-B068-D0072B6E8135}" destId="{9C492ABC-5E89-4508-AF58-32F267208162}" srcOrd="2" destOrd="0" presId="urn:microsoft.com/office/officeart/2005/8/layout/vList2"/>
    <dgm:cxn modelId="{E158A457-3706-4242-82CC-ECB1271662BF}" type="presParOf" srcId="{6C62967C-E84B-4CA1-B068-D0072B6E8135}" destId="{C4DCB843-2270-4B25-A9C3-95C4CB077111}" srcOrd="3" destOrd="0" presId="urn:microsoft.com/office/officeart/2005/8/layout/vList2"/>
    <dgm:cxn modelId="{EAF4679F-E845-473D-88F9-9A8B13CE65B0}" type="presParOf" srcId="{6C62967C-E84B-4CA1-B068-D0072B6E8135}" destId="{C70A084F-61D3-486C-B54A-4026B318ABA9}" srcOrd="4" destOrd="0" presId="urn:microsoft.com/office/officeart/2005/8/layout/vList2"/>
    <dgm:cxn modelId="{46DACCF0-2347-4CFA-8CEF-01BBBFDC89C1}" type="presParOf" srcId="{6C62967C-E84B-4CA1-B068-D0072B6E8135}" destId="{EF423971-8EA4-43CE-8669-433CD38CF979}" srcOrd="5" destOrd="0" presId="urn:microsoft.com/office/officeart/2005/8/layout/vList2"/>
    <dgm:cxn modelId="{8913DAFF-5B8F-4ECB-AE0B-917958B5D7C9}" type="presParOf" srcId="{6C62967C-E84B-4CA1-B068-D0072B6E8135}" destId="{2E365CF7-9E95-48CE-921A-2506F5167B2B}" srcOrd="6" destOrd="0" presId="urn:microsoft.com/office/officeart/2005/8/layout/vList2"/>
    <dgm:cxn modelId="{E75E1B43-53BD-4E74-A508-25A3154BBFDE}" type="presParOf" srcId="{6C62967C-E84B-4CA1-B068-D0072B6E8135}" destId="{279E59F1-E03F-4658-82A3-9F1FB0AC7D23}" srcOrd="7" destOrd="0" presId="urn:microsoft.com/office/officeart/2005/8/layout/vList2"/>
    <dgm:cxn modelId="{57EC8CE8-5081-432D-8AB1-BBA008E5D9E4}" type="presParOf" srcId="{6C62967C-E84B-4CA1-B068-D0072B6E8135}" destId="{BFCE787C-46C8-4AED-B98B-11C4C89B7B08}" srcOrd="8" destOrd="0" presId="urn:microsoft.com/office/officeart/2005/8/layout/vList2"/>
    <dgm:cxn modelId="{7BE218C9-A6A1-4897-894F-E719D5C0A8D4}" type="presParOf" srcId="{6C62967C-E84B-4CA1-B068-D0072B6E8135}" destId="{94251925-633E-421F-A763-08854BB7CA91}" srcOrd="9" destOrd="0" presId="urn:microsoft.com/office/officeart/2005/8/layout/vList2"/>
    <dgm:cxn modelId="{985DDBA6-76D2-49A6-BC79-AB0524FB831E}" type="presParOf" srcId="{6C62967C-E84B-4CA1-B068-D0072B6E8135}" destId="{0C53CD52-7B48-4657-ACBC-8B287275C50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324F36-F8A7-4CDD-84BB-59AE0737EC8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332FE41-38FB-42E8-B10B-EA5F4916707B}">
      <dgm:prSet/>
      <dgm:spPr/>
      <dgm:t>
        <a:bodyPr/>
        <a:lstStyle/>
        <a:p>
          <a:pPr>
            <a:defRPr cap="all"/>
          </a:pPr>
          <a:r>
            <a:rPr lang="en-US"/>
            <a:t>Performance focused</a:t>
          </a:r>
        </a:p>
      </dgm:t>
    </dgm:pt>
    <dgm:pt modelId="{35B787CF-ABCD-49FD-AA7E-BA6D7C021DA5}" type="parTrans" cxnId="{A0CB1F72-CEFA-4AD9-AC83-B9B372D2AAD3}">
      <dgm:prSet/>
      <dgm:spPr/>
      <dgm:t>
        <a:bodyPr/>
        <a:lstStyle/>
        <a:p>
          <a:endParaRPr lang="en-US"/>
        </a:p>
      </dgm:t>
    </dgm:pt>
    <dgm:pt modelId="{9CA3EF02-41DC-41AC-911B-5A38B9F102EB}" type="sibTrans" cxnId="{A0CB1F72-CEFA-4AD9-AC83-B9B372D2AAD3}">
      <dgm:prSet/>
      <dgm:spPr/>
      <dgm:t>
        <a:bodyPr/>
        <a:lstStyle/>
        <a:p>
          <a:endParaRPr lang="en-US"/>
        </a:p>
      </dgm:t>
    </dgm:pt>
    <dgm:pt modelId="{3182174A-078C-47EF-97A6-6AF36F002D84}">
      <dgm:prSet/>
      <dgm:spPr/>
      <dgm:t>
        <a:bodyPr/>
        <a:lstStyle/>
        <a:p>
          <a:pPr>
            <a:defRPr cap="all"/>
          </a:pPr>
          <a:r>
            <a:rPr lang="en-US"/>
            <a:t>Engaged early in SDLC</a:t>
          </a:r>
        </a:p>
      </dgm:t>
    </dgm:pt>
    <dgm:pt modelId="{6D7C7B06-C0FD-45E6-963F-30D93FE84596}" type="parTrans" cxnId="{C0AA40F8-4060-40A2-863F-2FB84DF2CC01}">
      <dgm:prSet/>
      <dgm:spPr/>
      <dgm:t>
        <a:bodyPr/>
        <a:lstStyle/>
        <a:p>
          <a:endParaRPr lang="en-US"/>
        </a:p>
      </dgm:t>
    </dgm:pt>
    <dgm:pt modelId="{2171FF60-D329-4CB5-A4D5-A0ED55637C81}" type="sibTrans" cxnId="{C0AA40F8-4060-40A2-863F-2FB84DF2CC01}">
      <dgm:prSet/>
      <dgm:spPr/>
      <dgm:t>
        <a:bodyPr/>
        <a:lstStyle/>
        <a:p>
          <a:endParaRPr lang="en-US"/>
        </a:p>
      </dgm:t>
    </dgm:pt>
    <dgm:pt modelId="{8A0F8FF4-AF41-426C-A452-B66949BBFC25}">
      <dgm:prSet/>
      <dgm:spPr/>
      <dgm:t>
        <a:bodyPr/>
        <a:lstStyle/>
        <a:p>
          <a:pPr>
            <a:defRPr cap="all"/>
          </a:pPr>
          <a:r>
            <a:rPr lang="en-US"/>
            <a:t>Anticipate performance bottlenecks</a:t>
          </a:r>
        </a:p>
      </dgm:t>
    </dgm:pt>
    <dgm:pt modelId="{98AEAD9C-2872-45FD-92B9-AD92F2EFB5A8}" type="parTrans" cxnId="{7FC27FA4-EB68-442D-8A6E-85EC6C342C45}">
      <dgm:prSet/>
      <dgm:spPr/>
      <dgm:t>
        <a:bodyPr/>
        <a:lstStyle/>
        <a:p>
          <a:endParaRPr lang="en-US"/>
        </a:p>
      </dgm:t>
    </dgm:pt>
    <dgm:pt modelId="{22878CD9-D063-4224-BE0B-5DE785F76574}" type="sibTrans" cxnId="{7FC27FA4-EB68-442D-8A6E-85EC6C342C45}">
      <dgm:prSet/>
      <dgm:spPr/>
      <dgm:t>
        <a:bodyPr/>
        <a:lstStyle/>
        <a:p>
          <a:endParaRPr lang="en-US"/>
        </a:p>
      </dgm:t>
    </dgm:pt>
    <dgm:pt modelId="{13C4A84D-F685-4682-9C51-95386A71A03F}">
      <dgm:prSet/>
      <dgm:spPr/>
      <dgm:t>
        <a:bodyPr/>
        <a:lstStyle/>
        <a:p>
          <a:pPr>
            <a:defRPr cap="all"/>
          </a:pPr>
          <a:r>
            <a:rPr lang="en-US"/>
            <a:t>Reduce risk of NFR defects</a:t>
          </a:r>
        </a:p>
      </dgm:t>
    </dgm:pt>
    <dgm:pt modelId="{8017704F-97AE-40B4-859B-A20C125E62C8}" type="parTrans" cxnId="{8B08DD44-C546-4375-9B60-88B64B22D250}">
      <dgm:prSet/>
      <dgm:spPr/>
      <dgm:t>
        <a:bodyPr/>
        <a:lstStyle/>
        <a:p>
          <a:endParaRPr lang="en-US"/>
        </a:p>
      </dgm:t>
    </dgm:pt>
    <dgm:pt modelId="{11B3E591-7AB0-4F1E-AB3A-4EEADC675EB0}" type="sibTrans" cxnId="{8B08DD44-C546-4375-9B60-88B64B22D250}">
      <dgm:prSet/>
      <dgm:spPr/>
      <dgm:t>
        <a:bodyPr/>
        <a:lstStyle/>
        <a:p>
          <a:endParaRPr lang="en-US"/>
        </a:p>
      </dgm:t>
    </dgm:pt>
    <dgm:pt modelId="{98587C02-2D55-4094-87F8-0DFCC8CA78C2}" type="pres">
      <dgm:prSet presAssocID="{A0324F36-F8A7-4CDD-84BB-59AE0737EC8F}" presName="root" presStyleCnt="0">
        <dgm:presLayoutVars>
          <dgm:dir/>
          <dgm:resizeHandles val="exact"/>
        </dgm:presLayoutVars>
      </dgm:prSet>
      <dgm:spPr/>
    </dgm:pt>
    <dgm:pt modelId="{A07E8818-28FF-445D-8D0C-DA63257DB2DD}" type="pres">
      <dgm:prSet presAssocID="{F332FE41-38FB-42E8-B10B-EA5F4916707B}" presName="compNode" presStyleCnt="0"/>
      <dgm:spPr/>
    </dgm:pt>
    <dgm:pt modelId="{EF3E0313-7A51-45FA-8996-1C70F59E830B}" type="pres">
      <dgm:prSet presAssocID="{F332FE41-38FB-42E8-B10B-EA5F4916707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0F432F1-C82E-4AE5-ABFA-73698364DBEA}" type="pres">
      <dgm:prSet presAssocID="{F332FE41-38FB-42E8-B10B-EA5F4916707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CF05628-3CFD-410E-8297-E0D73482D991}" type="pres">
      <dgm:prSet presAssocID="{F332FE41-38FB-42E8-B10B-EA5F4916707B}" presName="spaceRect" presStyleCnt="0"/>
      <dgm:spPr/>
    </dgm:pt>
    <dgm:pt modelId="{AF489B6D-95F8-4232-87EA-2FA6E43B883D}" type="pres">
      <dgm:prSet presAssocID="{F332FE41-38FB-42E8-B10B-EA5F4916707B}" presName="textRect" presStyleLbl="revTx" presStyleIdx="0" presStyleCnt="4">
        <dgm:presLayoutVars>
          <dgm:chMax val="1"/>
          <dgm:chPref val="1"/>
        </dgm:presLayoutVars>
      </dgm:prSet>
      <dgm:spPr/>
    </dgm:pt>
    <dgm:pt modelId="{EE5928A1-6F6E-4249-ADA3-1A1A41E75991}" type="pres">
      <dgm:prSet presAssocID="{9CA3EF02-41DC-41AC-911B-5A38B9F102EB}" presName="sibTrans" presStyleCnt="0"/>
      <dgm:spPr/>
    </dgm:pt>
    <dgm:pt modelId="{B59B98D2-60F5-43FE-A2D3-3251EF86C596}" type="pres">
      <dgm:prSet presAssocID="{3182174A-078C-47EF-97A6-6AF36F002D84}" presName="compNode" presStyleCnt="0"/>
      <dgm:spPr/>
    </dgm:pt>
    <dgm:pt modelId="{EB3DBF16-AD2F-4134-8491-D6A27001D0BF}" type="pres">
      <dgm:prSet presAssocID="{3182174A-078C-47EF-97A6-6AF36F002D84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88099FC-B6F0-452D-B57C-9DD30A4F359E}" type="pres">
      <dgm:prSet presAssocID="{3182174A-078C-47EF-97A6-6AF36F002D8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402DB5-C98E-41CD-9D5C-EB9BDA101FEE}" type="pres">
      <dgm:prSet presAssocID="{3182174A-078C-47EF-97A6-6AF36F002D84}" presName="spaceRect" presStyleCnt="0"/>
      <dgm:spPr/>
    </dgm:pt>
    <dgm:pt modelId="{B6A7357C-4841-40A2-A95C-0DA3037B64B4}" type="pres">
      <dgm:prSet presAssocID="{3182174A-078C-47EF-97A6-6AF36F002D84}" presName="textRect" presStyleLbl="revTx" presStyleIdx="1" presStyleCnt="4">
        <dgm:presLayoutVars>
          <dgm:chMax val="1"/>
          <dgm:chPref val="1"/>
        </dgm:presLayoutVars>
      </dgm:prSet>
      <dgm:spPr/>
    </dgm:pt>
    <dgm:pt modelId="{BB658A6B-4D17-43C0-B2E5-5F558A042D38}" type="pres">
      <dgm:prSet presAssocID="{2171FF60-D329-4CB5-A4D5-A0ED55637C81}" presName="sibTrans" presStyleCnt="0"/>
      <dgm:spPr/>
    </dgm:pt>
    <dgm:pt modelId="{4102CEA3-758D-4ADA-A82A-ED21C5A2D0B3}" type="pres">
      <dgm:prSet presAssocID="{8A0F8FF4-AF41-426C-A452-B66949BBFC25}" presName="compNode" presStyleCnt="0"/>
      <dgm:spPr/>
    </dgm:pt>
    <dgm:pt modelId="{9E852C1F-F13E-441B-AC26-3C8030A3A394}" type="pres">
      <dgm:prSet presAssocID="{8A0F8FF4-AF41-426C-A452-B66949BBFC2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D2B321E-0E66-4202-95C5-6AB6FA75D9E7}" type="pres">
      <dgm:prSet presAssocID="{8A0F8FF4-AF41-426C-A452-B66949BBFC2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67B0649-CC31-48DE-BF28-152A9FC0C88E}" type="pres">
      <dgm:prSet presAssocID="{8A0F8FF4-AF41-426C-A452-B66949BBFC25}" presName="spaceRect" presStyleCnt="0"/>
      <dgm:spPr/>
    </dgm:pt>
    <dgm:pt modelId="{FED1CCB4-A5C2-4E6F-9E4F-32222FF9F516}" type="pres">
      <dgm:prSet presAssocID="{8A0F8FF4-AF41-426C-A452-B66949BBFC25}" presName="textRect" presStyleLbl="revTx" presStyleIdx="2" presStyleCnt="4">
        <dgm:presLayoutVars>
          <dgm:chMax val="1"/>
          <dgm:chPref val="1"/>
        </dgm:presLayoutVars>
      </dgm:prSet>
      <dgm:spPr/>
    </dgm:pt>
    <dgm:pt modelId="{AA2D4D6A-5C8E-4301-A0D0-EB6B4DEFBFF6}" type="pres">
      <dgm:prSet presAssocID="{22878CD9-D063-4224-BE0B-5DE785F76574}" presName="sibTrans" presStyleCnt="0"/>
      <dgm:spPr/>
    </dgm:pt>
    <dgm:pt modelId="{7A325537-67EE-4770-B25B-FAA45601E3C6}" type="pres">
      <dgm:prSet presAssocID="{13C4A84D-F685-4682-9C51-95386A71A03F}" presName="compNode" presStyleCnt="0"/>
      <dgm:spPr/>
    </dgm:pt>
    <dgm:pt modelId="{EB74C3B3-0EB4-45C3-B905-497E13287A76}" type="pres">
      <dgm:prSet presAssocID="{13C4A84D-F685-4682-9C51-95386A71A03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A8DF07A-8571-4FE3-A5F4-D4D006F0F57C}" type="pres">
      <dgm:prSet presAssocID="{13C4A84D-F685-4682-9C51-95386A71A03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CDC8A60-8B67-41BA-B7EB-A68490A4077E}" type="pres">
      <dgm:prSet presAssocID="{13C4A84D-F685-4682-9C51-95386A71A03F}" presName="spaceRect" presStyleCnt="0"/>
      <dgm:spPr/>
    </dgm:pt>
    <dgm:pt modelId="{871C5E39-CC52-4163-A1E1-B7B840946CDB}" type="pres">
      <dgm:prSet presAssocID="{13C4A84D-F685-4682-9C51-95386A71A03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B08DD44-C546-4375-9B60-88B64B22D250}" srcId="{A0324F36-F8A7-4CDD-84BB-59AE0737EC8F}" destId="{13C4A84D-F685-4682-9C51-95386A71A03F}" srcOrd="3" destOrd="0" parTransId="{8017704F-97AE-40B4-859B-A20C125E62C8}" sibTransId="{11B3E591-7AB0-4F1E-AB3A-4EEADC675EB0}"/>
    <dgm:cxn modelId="{C761CC66-4D0D-414E-8095-512BB6DE310E}" type="presOf" srcId="{F332FE41-38FB-42E8-B10B-EA5F4916707B}" destId="{AF489B6D-95F8-4232-87EA-2FA6E43B883D}" srcOrd="0" destOrd="0" presId="urn:microsoft.com/office/officeart/2018/5/layout/IconLeafLabelList"/>
    <dgm:cxn modelId="{C6B2AC4B-A0EE-40F6-A1A3-2D4C0482CF54}" type="presOf" srcId="{3182174A-078C-47EF-97A6-6AF36F002D84}" destId="{B6A7357C-4841-40A2-A95C-0DA3037B64B4}" srcOrd="0" destOrd="0" presId="urn:microsoft.com/office/officeart/2018/5/layout/IconLeafLabelList"/>
    <dgm:cxn modelId="{A0CB1F72-CEFA-4AD9-AC83-B9B372D2AAD3}" srcId="{A0324F36-F8A7-4CDD-84BB-59AE0737EC8F}" destId="{F332FE41-38FB-42E8-B10B-EA5F4916707B}" srcOrd="0" destOrd="0" parTransId="{35B787CF-ABCD-49FD-AA7E-BA6D7C021DA5}" sibTransId="{9CA3EF02-41DC-41AC-911B-5A38B9F102EB}"/>
    <dgm:cxn modelId="{7FC27FA4-EB68-442D-8A6E-85EC6C342C45}" srcId="{A0324F36-F8A7-4CDD-84BB-59AE0737EC8F}" destId="{8A0F8FF4-AF41-426C-A452-B66949BBFC25}" srcOrd="2" destOrd="0" parTransId="{98AEAD9C-2872-45FD-92B9-AD92F2EFB5A8}" sibTransId="{22878CD9-D063-4224-BE0B-5DE785F76574}"/>
    <dgm:cxn modelId="{D67624A6-9A2C-4750-85FB-D2C14010F6A2}" type="presOf" srcId="{13C4A84D-F685-4682-9C51-95386A71A03F}" destId="{871C5E39-CC52-4163-A1E1-B7B840946CDB}" srcOrd="0" destOrd="0" presId="urn:microsoft.com/office/officeart/2018/5/layout/IconLeafLabelList"/>
    <dgm:cxn modelId="{CA7839DA-8F33-4D7C-8344-C0055CB38B79}" type="presOf" srcId="{A0324F36-F8A7-4CDD-84BB-59AE0737EC8F}" destId="{98587C02-2D55-4094-87F8-0DFCC8CA78C2}" srcOrd="0" destOrd="0" presId="urn:microsoft.com/office/officeart/2018/5/layout/IconLeafLabelList"/>
    <dgm:cxn modelId="{C847ABDC-910D-4CEA-8A94-0E3510408C24}" type="presOf" srcId="{8A0F8FF4-AF41-426C-A452-B66949BBFC25}" destId="{FED1CCB4-A5C2-4E6F-9E4F-32222FF9F516}" srcOrd="0" destOrd="0" presId="urn:microsoft.com/office/officeart/2018/5/layout/IconLeafLabelList"/>
    <dgm:cxn modelId="{C0AA40F8-4060-40A2-863F-2FB84DF2CC01}" srcId="{A0324F36-F8A7-4CDD-84BB-59AE0737EC8F}" destId="{3182174A-078C-47EF-97A6-6AF36F002D84}" srcOrd="1" destOrd="0" parTransId="{6D7C7B06-C0FD-45E6-963F-30D93FE84596}" sibTransId="{2171FF60-D329-4CB5-A4D5-A0ED55637C81}"/>
    <dgm:cxn modelId="{9C4949EA-4883-4AA6-80FE-65309537206A}" type="presParOf" srcId="{98587C02-2D55-4094-87F8-0DFCC8CA78C2}" destId="{A07E8818-28FF-445D-8D0C-DA63257DB2DD}" srcOrd="0" destOrd="0" presId="urn:microsoft.com/office/officeart/2018/5/layout/IconLeafLabelList"/>
    <dgm:cxn modelId="{5A709DE1-66C9-474E-86A9-0E1491D1086E}" type="presParOf" srcId="{A07E8818-28FF-445D-8D0C-DA63257DB2DD}" destId="{EF3E0313-7A51-45FA-8996-1C70F59E830B}" srcOrd="0" destOrd="0" presId="urn:microsoft.com/office/officeart/2018/5/layout/IconLeafLabelList"/>
    <dgm:cxn modelId="{3739A9FD-63D4-42DB-B9F4-97CCC989B086}" type="presParOf" srcId="{A07E8818-28FF-445D-8D0C-DA63257DB2DD}" destId="{30F432F1-C82E-4AE5-ABFA-73698364DBEA}" srcOrd="1" destOrd="0" presId="urn:microsoft.com/office/officeart/2018/5/layout/IconLeafLabelList"/>
    <dgm:cxn modelId="{1591D466-872D-4AF8-8F23-BD9CA0EEC494}" type="presParOf" srcId="{A07E8818-28FF-445D-8D0C-DA63257DB2DD}" destId="{4CF05628-3CFD-410E-8297-E0D73482D991}" srcOrd="2" destOrd="0" presId="urn:microsoft.com/office/officeart/2018/5/layout/IconLeafLabelList"/>
    <dgm:cxn modelId="{6216487A-AC66-45B2-B268-6E49796F9192}" type="presParOf" srcId="{A07E8818-28FF-445D-8D0C-DA63257DB2DD}" destId="{AF489B6D-95F8-4232-87EA-2FA6E43B883D}" srcOrd="3" destOrd="0" presId="urn:microsoft.com/office/officeart/2018/5/layout/IconLeafLabelList"/>
    <dgm:cxn modelId="{690EE1CF-EED6-4A91-BCA6-453AB5E34076}" type="presParOf" srcId="{98587C02-2D55-4094-87F8-0DFCC8CA78C2}" destId="{EE5928A1-6F6E-4249-ADA3-1A1A41E75991}" srcOrd="1" destOrd="0" presId="urn:microsoft.com/office/officeart/2018/5/layout/IconLeafLabelList"/>
    <dgm:cxn modelId="{91DDABE7-F521-4B8B-844A-BAC64DAB2673}" type="presParOf" srcId="{98587C02-2D55-4094-87F8-0DFCC8CA78C2}" destId="{B59B98D2-60F5-43FE-A2D3-3251EF86C596}" srcOrd="2" destOrd="0" presId="urn:microsoft.com/office/officeart/2018/5/layout/IconLeafLabelList"/>
    <dgm:cxn modelId="{59F56724-B945-4F49-9DEF-3B7B29553BF3}" type="presParOf" srcId="{B59B98D2-60F5-43FE-A2D3-3251EF86C596}" destId="{EB3DBF16-AD2F-4134-8491-D6A27001D0BF}" srcOrd="0" destOrd="0" presId="urn:microsoft.com/office/officeart/2018/5/layout/IconLeafLabelList"/>
    <dgm:cxn modelId="{6FC6B6CD-C657-4DBC-87C5-657E90E41A7C}" type="presParOf" srcId="{B59B98D2-60F5-43FE-A2D3-3251EF86C596}" destId="{888099FC-B6F0-452D-B57C-9DD30A4F359E}" srcOrd="1" destOrd="0" presId="urn:microsoft.com/office/officeart/2018/5/layout/IconLeafLabelList"/>
    <dgm:cxn modelId="{1C66DADB-8466-4D7D-9825-6227FDAFA589}" type="presParOf" srcId="{B59B98D2-60F5-43FE-A2D3-3251EF86C596}" destId="{A4402DB5-C98E-41CD-9D5C-EB9BDA101FEE}" srcOrd="2" destOrd="0" presId="urn:microsoft.com/office/officeart/2018/5/layout/IconLeafLabelList"/>
    <dgm:cxn modelId="{6CBAC02F-D9DC-4556-8DCF-F127FE3B83E0}" type="presParOf" srcId="{B59B98D2-60F5-43FE-A2D3-3251EF86C596}" destId="{B6A7357C-4841-40A2-A95C-0DA3037B64B4}" srcOrd="3" destOrd="0" presId="urn:microsoft.com/office/officeart/2018/5/layout/IconLeafLabelList"/>
    <dgm:cxn modelId="{844447B2-F70C-4DAE-9F1F-6E807FBE4E3C}" type="presParOf" srcId="{98587C02-2D55-4094-87F8-0DFCC8CA78C2}" destId="{BB658A6B-4D17-43C0-B2E5-5F558A042D38}" srcOrd="3" destOrd="0" presId="urn:microsoft.com/office/officeart/2018/5/layout/IconLeafLabelList"/>
    <dgm:cxn modelId="{601BBAB8-B4CA-4639-AC94-A1EA91476E8F}" type="presParOf" srcId="{98587C02-2D55-4094-87F8-0DFCC8CA78C2}" destId="{4102CEA3-758D-4ADA-A82A-ED21C5A2D0B3}" srcOrd="4" destOrd="0" presId="urn:microsoft.com/office/officeart/2018/5/layout/IconLeafLabelList"/>
    <dgm:cxn modelId="{5791002C-D739-4018-BD88-2BF02947FC83}" type="presParOf" srcId="{4102CEA3-758D-4ADA-A82A-ED21C5A2D0B3}" destId="{9E852C1F-F13E-441B-AC26-3C8030A3A394}" srcOrd="0" destOrd="0" presId="urn:microsoft.com/office/officeart/2018/5/layout/IconLeafLabelList"/>
    <dgm:cxn modelId="{EDCD4E54-B5A8-44F7-AA7E-D2DC368F61CC}" type="presParOf" srcId="{4102CEA3-758D-4ADA-A82A-ED21C5A2D0B3}" destId="{4D2B321E-0E66-4202-95C5-6AB6FA75D9E7}" srcOrd="1" destOrd="0" presId="urn:microsoft.com/office/officeart/2018/5/layout/IconLeafLabelList"/>
    <dgm:cxn modelId="{ECAFD0E6-EFF1-4625-9762-FB35F3453260}" type="presParOf" srcId="{4102CEA3-758D-4ADA-A82A-ED21C5A2D0B3}" destId="{367B0649-CC31-48DE-BF28-152A9FC0C88E}" srcOrd="2" destOrd="0" presId="urn:microsoft.com/office/officeart/2018/5/layout/IconLeafLabelList"/>
    <dgm:cxn modelId="{5CAFACEA-F9B0-47B8-9662-B8C150EA383A}" type="presParOf" srcId="{4102CEA3-758D-4ADA-A82A-ED21C5A2D0B3}" destId="{FED1CCB4-A5C2-4E6F-9E4F-32222FF9F516}" srcOrd="3" destOrd="0" presId="urn:microsoft.com/office/officeart/2018/5/layout/IconLeafLabelList"/>
    <dgm:cxn modelId="{E8908284-58BA-43C4-A051-B4C92BA69420}" type="presParOf" srcId="{98587C02-2D55-4094-87F8-0DFCC8CA78C2}" destId="{AA2D4D6A-5C8E-4301-A0D0-EB6B4DEFBFF6}" srcOrd="5" destOrd="0" presId="urn:microsoft.com/office/officeart/2018/5/layout/IconLeafLabelList"/>
    <dgm:cxn modelId="{FE9763C8-BEE5-4F7C-9308-120CD6C047BF}" type="presParOf" srcId="{98587C02-2D55-4094-87F8-0DFCC8CA78C2}" destId="{7A325537-67EE-4770-B25B-FAA45601E3C6}" srcOrd="6" destOrd="0" presId="urn:microsoft.com/office/officeart/2018/5/layout/IconLeafLabelList"/>
    <dgm:cxn modelId="{3C689FD4-82A8-415D-A198-711B682515EC}" type="presParOf" srcId="{7A325537-67EE-4770-B25B-FAA45601E3C6}" destId="{EB74C3B3-0EB4-45C3-B905-497E13287A76}" srcOrd="0" destOrd="0" presId="urn:microsoft.com/office/officeart/2018/5/layout/IconLeafLabelList"/>
    <dgm:cxn modelId="{EA9230FE-5019-4CEA-B0AA-02AA65B82D0D}" type="presParOf" srcId="{7A325537-67EE-4770-B25B-FAA45601E3C6}" destId="{8A8DF07A-8571-4FE3-A5F4-D4D006F0F57C}" srcOrd="1" destOrd="0" presId="urn:microsoft.com/office/officeart/2018/5/layout/IconLeafLabelList"/>
    <dgm:cxn modelId="{96A9E847-9A38-4491-B7BF-256F7737A31F}" type="presParOf" srcId="{7A325537-67EE-4770-B25B-FAA45601E3C6}" destId="{5CDC8A60-8B67-41BA-B7EB-A68490A4077E}" srcOrd="2" destOrd="0" presId="urn:microsoft.com/office/officeart/2018/5/layout/IconLeafLabelList"/>
    <dgm:cxn modelId="{6CA52F72-E1E0-4F48-9ED7-442D2DF7A55F}" type="presParOf" srcId="{7A325537-67EE-4770-B25B-FAA45601E3C6}" destId="{871C5E39-CC52-4163-A1E1-B7B840946CD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080551-76BE-4290-9241-2E4DCEC9167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AC3A730-4A2E-43C5-8435-4E488273E3F5}">
      <dgm:prSet/>
      <dgm:spPr/>
      <dgm:t>
        <a:bodyPr/>
        <a:lstStyle/>
        <a:p>
          <a:r>
            <a:rPr lang="en-US"/>
            <a:t>Load test</a:t>
          </a:r>
        </a:p>
      </dgm:t>
    </dgm:pt>
    <dgm:pt modelId="{8FD85702-51F9-4193-8711-605652207E2A}" type="parTrans" cxnId="{42A7EC76-C7C4-40F7-B947-2704F164875B}">
      <dgm:prSet/>
      <dgm:spPr/>
      <dgm:t>
        <a:bodyPr/>
        <a:lstStyle/>
        <a:p>
          <a:endParaRPr lang="en-US"/>
        </a:p>
      </dgm:t>
    </dgm:pt>
    <dgm:pt modelId="{EFF0DD1A-6544-4BEE-B5FC-92DEDFC3D816}" type="sibTrans" cxnId="{42A7EC76-C7C4-40F7-B947-2704F164875B}">
      <dgm:prSet/>
      <dgm:spPr/>
      <dgm:t>
        <a:bodyPr/>
        <a:lstStyle/>
        <a:p>
          <a:endParaRPr lang="en-US"/>
        </a:p>
      </dgm:t>
    </dgm:pt>
    <dgm:pt modelId="{5E5B0587-47E2-4799-B152-6010B31963DE}">
      <dgm:prSet/>
      <dgm:spPr/>
      <dgm:t>
        <a:bodyPr/>
        <a:lstStyle/>
        <a:p>
          <a:r>
            <a:rPr lang="en-US"/>
            <a:t>Stress test</a:t>
          </a:r>
        </a:p>
      </dgm:t>
    </dgm:pt>
    <dgm:pt modelId="{A8CBC9AA-E155-438D-8457-1C283BFA0556}" type="parTrans" cxnId="{E6655CB3-2084-4DC0-823E-E86A5DE9B48E}">
      <dgm:prSet/>
      <dgm:spPr/>
      <dgm:t>
        <a:bodyPr/>
        <a:lstStyle/>
        <a:p>
          <a:endParaRPr lang="en-US"/>
        </a:p>
      </dgm:t>
    </dgm:pt>
    <dgm:pt modelId="{50C0F0B5-C4E4-42C2-9CEA-E620B5791812}" type="sibTrans" cxnId="{E6655CB3-2084-4DC0-823E-E86A5DE9B48E}">
      <dgm:prSet/>
      <dgm:spPr/>
      <dgm:t>
        <a:bodyPr/>
        <a:lstStyle/>
        <a:p>
          <a:endParaRPr lang="en-US"/>
        </a:p>
      </dgm:t>
    </dgm:pt>
    <dgm:pt modelId="{37AFFE33-0CF0-49B6-9007-5381E2ED5766}">
      <dgm:prSet/>
      <dgm:spPr/>
      <dgm:t>
        <a:bodyPr/>
        <a:lstStyle/>
        <a:p>
          <a:r>
            <a:rPr lang="en-US"/>
            <a:t>Spike test</a:t>
          </a:r>
        </a:p>
      </dgm:t>
    </dgm:pt>
    <dgm:pt modelId="{69855A7A-52AD-4D00-BE34-C695578219E0}" type="parTrans" cxnId="{00002B79-4A51-4DA1-A901-259E1639BB92}">
      <dgm:prSet/>
      <dgm:spPr/>
      <dgm:t>
        <a:bodyPr/>
        <a:lstStyle/>
        <a:p>
          <a:endParaRPr lang="en-US"/>
        </a:p>
      </dgm:t>
    </dgm:pt>
    <dgm:pt modelId="{17A1BEB4-A606-4864-89F7-1200DE1286CC}" type="sibTrans" cxnId="{00002B79-4A51-4DA1-A901-259E1639BB92}">
      <dgm:prSet/>
      <dgm:spPr/>
      <dgm:t>
        <a:bodyPr/>
        <a:lstStyle/>
        <a:p>
          <a:endParaRPr lang="en-US"/>
        </a:p>
      </dgm:t>
    </dgm:pt>
    <dgm:pt modelId="{91C1C620-3BC8-4E41-AA0A-6078AA52FE05}">
      <dgm:prSet/>
      <dgm:spPr/>
      <dgm:t>
        <a:bodyPr/>
        <a:lstStyle/>
        <a:p>
          <a:r>
            <a:rPr lang="en-US"/>
            <a:t>Endurance test</a:t>
          </a:r>
        </a:p>
      </dgm:t>
    </dgm:pt>
    <dgm:pt modelId="{A551BA34-B6B4-4034-B198-584B44CBFFEF}" type="parTrans" cxnId="{A1E58FEC-0E5B-4218-8500-732D8CE6D198}">
      <dgm:prSet/>
      <dgm:spPr/>
      <dgm:t>
        <a:bodyPr/>
        <a:lstStyle/>
        <a:p>
          <a:endParaRPr lang="en-US"/>
        </a:p>
      </dgm:t>
    </dgm:pt>
    <dgm:pt modelId="{F37E423E-2F0D-463B-A9C2-7487E67A5D39}" type="sibTrans" cxnId="{A1E58FEC-0E5B-4218-8500-732D8CE6D198}">
      <dgm:prSet/>
      <dgm:spPr/>
      <dgm:t>
        <a:bodyPr/>
        <a:lstStyle/>
        <a:p>
          <a:endParaRPr lang="en-US"/>
        </a:p>
      </dgm:t>
    </dgm:pt>
    <dgm:pt modelId="{80F0E52E-2477-4B63-96E0-01C9A256C79C}" type="pres">
      <dgm:prSet presAssocID="{C7080551-76BE-4290-9241-2E4DCEC91675}" presName="root" presStyleCnt="0">
        <dgm:presLayoutVars>
          <dgm:dir/>
          <dgm:resizeHandles val="exact"/>
        </dgm:presLayoutVars>
      </dgm:prSet>
      <dgm:spPr/>
    </dgm:pt>
    <dgm:pt modelId="{227104A3-975F-49EA-AEE3-5C5C8E42FD88}" type="pres">
      <dgm:prSet presAssocID="{C7080551-76BE-4290-9241-2E4DCEC91675}" presName="container" presStyleCnt="0">
        <dgm:presLayoutVars>
          <dgm:dir/>
          <dgm:resizeHandles val="exact"/>
        </dgm:presLayoutVars>
      </dgm:prSet>
      <dgm:spPr/>
    </dgm:pt>
    <dgm:pt modelId="{108B75BE-1248-417B-9A37-D1DE674BFF55}" type="pres">
      <dgm:prSet presAssocID="{EAC3A730-4A2E-43C5-8435-4E488273E3F5}" presName="compNode" presStyleCnt="0"/>
      <dgm:spPr/>
    </dgm:pt>
    <dgm:pt modelId="{3CA82C39-032C-41DC-8E34-93995D38CCC7}" type="pres">
      <dgm:prSet presAssocID="{EAC3A730-4A2E-43C5-8435-4E488273E3F5}" presName="iconBgRect" presStyleLbl="bgShp" presStyleIdx="0" presStyleCnt="4"/>
      <dgm:spPr/>
    </dgm:pt>
    <dgm:pt modelId="{D0394EFB-78DF-400C-A5B6-14634C0093B2}" type="pres">
      <dgm:prSet presAssocID="{EAC3A730-4A2E-43C5-8435-4E488273E3F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5909382-25BD-4D43-B938-CB6ED505CD5B}" type="pres">
      <dgm:prSet presAssocID="{EAC3A730-4A2E-43C5-8435-4E488273E3F5}" presName="spaceRect" presStyleCnt="0"/>
      <dgm:spPr/>
    </dgm:pt>
    <dgm:pt modelId="{36EACC24-6601-457C-85E7-D8D65F20D4A8}" type="pres">
      <dgm:prSet presAssocID="{EAC3A730-4A2E-43C5-8435-4E488273E3F5}" presName="textRect" presStyleLbl="revTx" presStyleIdx="0" presStyleCnt="4">
        <dgm:presLayoutVars>
          <dgm:chMax val="1"/>
          <dgm:chPref val="1"/>
        </dgm:presLayoutVars>
      </dgm:prSet>
      <dgm:spPr/>
    </dgm:pt>
    <dgm:pt modelId="{EFD0A299-F4D7-4251-A8E8-BE0ADAFBFEC1}" type="pres">
      <dgm:prSet presAssocID="{EFF0DD1A-6544-4BEE-B5FC-92DEDFC3D816}" presName="sibTrans" presStyleLbl="sibTrans2D1" presStyleIdx="0" presStyleCnt="0"/>
      <dgm:spPr/>
    </dgm:pt>
    <dgm:pt modelId="{6127ED3D-DC23-4F2F-B05A-611192F9EFCB}" type="pres">
      <dgm:prSet presAssocID="{5E5B0587-47E2-4799-B152-6010B31963DE}" presName="compNode" presStyleCnt="0"/>
      <dgm:spPr/>
    </dgm:pt>
    <dgm:pt modelId="{3590030F-A5B2-4180-9392-66B2DAAB0474}" type="pres">
      <dgm:prSet presAssocID="{5E5B0587-47E2-4799-B152-6010B31963DE}" presName="iconBgRect" presStyleLbl="bgShp" presStyleIdx="1" presStyleCnt="4"/>
      <dgm:spPr/>
    </dgm:pt>
    <dgm:pt modelId="{BDCFFD9B-5CE4-4B53-8FB8-A1B599752E39}" type="pres">
      <dgm:prSet presAssocID="{5E5B0587-47E2-4799-B152-6010B31963D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79CA7007-6AEC-4732-9C2D-308C69A82C7F}" type="pres">
      <dgm:prSet presAssocID="{5E5B0587-47E2-4799-B152-6010B31963DE}" presName="spaceRect" presStyleCnt="0"/>
      <dgm:spPr/>
    </dgm:pt>
    <dgm:pt modelId="{2C2722E0-C0D6-40A4-AC5B-0FA6881D13B6}" type="pres">
      <dgm:prSet presAssocID="{5E5B0587-47E2-4799-B152-6010B31963DE}" presName="textRect" presStyleLbl="revTx" presStyleIdx="1" presStyleCnt="4">
        <dgm:presLayoutVars>
          <dgm:chMax val="1"/>
          <dgm:chPref val="1"/>
        </dgm:presLayoutVars>
      </dgm:prSet>
      <dgm:spPr/>
    </dgm:pt>
    <dgm:pt modelId="{6D9755BA-7889-476F-816F-A77C293B59BF}" type="pres">
      <dgm:prSet presAssocID="{50C0F0B5-C4E4-42C2-9CEA-E620B5791812}" presName="sibTrans" presStyleLbl="sibTrans2D1" presStyleIdx="0" presStyleCnt="0"/>
      <dgm:spPr/>
    </dgm:pt>
    <dgm:pt modelId="{0CBA9B23-9518-40EF-B1D8-7DCAA9BCD084}" type="pres">
      <dgm:prSet presAssocID="{37AFFE33-0CF0-49B6-9007-5381E2ED5766}" presName="compNode" presStyleCnt="0"/>
      <dgm:spPr/>
    </dgm:pt>
    <dgm:pt modelId="{12C5016A-3030-47D2-B41C-FA6F06311BAD}" type="pres">
      <dgm:prSet presAssocID="{37AFFE33-0CF0-49B6-9007-5381E2ED5766}" presName="iconBgRect" presStyleLbl="bgShp" presStyleIdx="2" presStyleCnt="4"/>
      <dgm:spPr/>
    </dgm:pt>
    <dgm:pt modelId="{9C93ECB2-9B3F-48B8-8E44-9D5FEC30B5E8}" type="pres">
      <dgm:prSet presAssocID="{37AFFE33-0CF0-49B6-9007-5381E2ED576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A847F5D-685D-441C-9852-6473AB1591FC}" type="pres">
      <dgm:prSet presAssocID="{37AFFE33-0CF0-49B6-9007-5381E2ED5766}" presName="spaceRect" presStyleCnt="0"/>
      <dgm:spPr/>
    </dgm:pt>
    <dgm:pt modelId="{F6C8ABD8-CC3B-4BC4-901B-38A678B2E7CB}" type="pres">
      <dgm:prSet presAssocID="{37AFFE33-0CF0-49B6-9007-5381E2ED5766}" presName="textRect" presStyleLbl="revTx" presStyleIdx="2" presStyleCnt="4">
        <dgm:presLayoutVars>
          <dgm:chMax val="1"/>
          <dgm:chPref val="1"/>
        </dgm:presLayoutVars>
      </dgm:prSet>
      <dgm:spPr/>
    </dgm:pt>
    <dgm:pt modelId="{135DAEC7-B7C4-47D1-B36D-F7B240A606C3}" type="pres">
      <dgm:prSet presAssocID="{17A1BEB4-A606-4864-89F7-1200DE1286CC}" presName="sibTrans" presStyleLbl="sibTrans2D1" presStyleIdx="0" presStyleCnt="0"/>
      <dgm:spPr/>
    </dgm:pt>
    <dgm:pt modelId="{B2B0B75B-0C1E-436E-A33A-B4C8097DA3B5}" type="pres">
      <dgm:prSet presAssocID="{91C1C620-3BC8-4E41-AA0A-6078AA52FE05}" presName="compNode" presStyleCnt="0"/>
      <dgm:spPr/>
    </dgm:pt>
    <dgm:pt modelId="{5E50E68F-90D1-4E1C-9381-C659AFE7603A}" type="pres">
      <dgm:prSet presAssocID="{91C1C620-3BC8-4E41-AA0A-6078AA52FE05}" presName="iconBgRect" presStyleLbl="bgShp" presStyleIdx="3" presStyleCnt="4"/>
      <dgm:spPr/>
    </dgm:pt>
    <dgm:pt modelId="{E0BBD525-F1B7-4F94-B275-E361FB26A7BE}" type="pres">
      <dgm:prSet presAssocID="{91C1C620-3BC8-4E41-AA0A-6078AA52FE0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5A2000CB-8BC9-4469-9DF5-54DAA8B495CF}" type="pres">
      <dgm:prSet presAssocID="{91C1C620-3BC8-4E41-AA0A-6078AA52FE05}" presName="spaceRect" presStyleCnt="0"/>
      <dgm:spPr/>
    </dgm:pt>
    <dgm:pt modelId="{A5F17C95-DAED-4B11-8B3B-3EB6F1043259}" type="pres">
      <dgm:prSet presAssocID="{91C1C620-3BC8-4E41-AA0A-6078AA52FE0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B72670-8E97-4121-B8EC-7CDC6B64ADB2}" type="presOf" srcId="{EFF0DD1A-6544-4BEE-B5FC-92DEDFC3D816}" destId="{EFD0A299-F4D7-4251-A8E8-BE0ADAFBFEC1}" srcOrd="0" destOrd="0" presId="urn:microsoft.com/office/officeart/2018/2/layout/IconCircleList"/>
    <dgm:cxn modelId="{43905650-2DE7-478E-9093-6F4C00F111A8}" type="presOf" srcId="{5E5B0587-47E2-4799-B152-6010B31963DE}" destId="{2C2722E0-C0D6-40A4-AC5B-0FA6881D13B6}" srcOrd="0" destOrd="0" presId="urn:microsoft.com/office/officeart/2018/2/layout/IconCircleList"/>
    <dgm:cxn modelId="{42A7EC76-C7C4-40F7-B947-2704F164875B}" srcId="{C7080551-76BE-4290-9241-2E4DCEC91675}" destId="{EAC3A730-4A2E-43C5-8435-4E488273E3F5}" srcOrd="0" destOrd="0" parTransId="{8FD85702-51F9-4193-8711-605652207E2A}" sibTransId="{EFF0DD1A-6544-4BEE-B5FC-92DEDFC3D816}"/>
    <dgm:cxn modelId="{00002B79-4A51-4DA1-A901-259E1639BB92}" srcId="{C7080551-76BE-4290-9241-2E4DCEC91675}" destId="{37AFFE33-0CF0-49B6-9007-5381E2ED5766}" srcOrd="2" destOrd="0" parTransId="{69855A7A-52AD-4D00-BE34-C695578219E0}" sibTransId="{17A1BEB4-A606-4864-89F7-1200DE1286CC}"/>
    <dgm:cxn modelId="{BAD82680-8DC0-4FD2-916A-C26C76C04490}" type="presOf" srcId="{91C1C620-3BC8-4E41-AA0A-6078AA52FE05}" destId="{A5F17C95-DAED-4B11-8B3B-3EB6F1043259}" srcOrd="0" destOrd="0" presId="urn:microsoft.com/office/officeart/2018/2/layout/IconCircleList"/>
    <dgm:cxn modelId="{CB8C8983-93CC-46EF-95D2-76D5C8AADE45}" type="presOf" srcId="{EAC3A730-4A2E-43C5-8435-4E488273E3F5}" destId="{36EACC24-6601-457C-85E7-D8D65F20D4A8}" srcOrd="0" destOrd="0" presId="urn:microsoft.com/office/officeart/2018/2/layout/IconCircleList"/>
    <dgm:cxn modelId="{320C5CA4-BB0D-41E9-8DD8-9E30E8E28624}" type="presOf" srcId="{17A1BEB4-A606-4864-89F7-1200DE1286CC}" destId="{135DAEC7-B7C4-47D1-B36D-F7B240A606C3}" srcOrd="0" destOrd="0" presId="urn:microsoft.com/office/officeart/2018/2/layout/IconCircleList"/>
    <dgm:cxn modelId="{E6655CB3-2084-4DC0-823E-E86A5DE9B48E}" srcId="{C7080551-76BE-4290-9241-2E4DCEC91675}" destId="{5E5B0587-47E2-4799-B152-6010B31963DE}" srcOrd="1" destOrd="0" parTransId="{A8CBC9AA-E155-438D-8457-1C283BFA0556}" sibTransId="{50C0F0B5-C4E4-42C2-9CEA-E620B5791812}"/>
    <dgm:cxn modelId="{3F05DADC-A918-4034-A099-B9E1724D2FA7}" type="presOf" srcId="{50C0F0B5-C4E4-42C2-9CEA-E620B5791812}" destId="{6D9755BA-7889-476F-816F-A77C293B59BF}" srcOrd="0" destOrd="0" presId="urn:microsoft.com/office/officeart/2018/2/layout/IconCircleList"/>
    <dgm:cxn modelId="{A1E58FEC-0E5B-4218-8500-732D8CE6D198}" srcId="{C7080551-76BE-4290-9241-2E4DCEC91675}" destId="{91C1C620-3BC8-4E41-AA0A-6078AA52FE05}" srcOrd="3" destOrd="0" parTransId="{A551BA34-B6B4-4034-B198-584B44CBFFEF}" sibTransId="{F37E423E-2F0D-463B-A9C2-7487E67A5D39}"/>
    <dgm:cxn modelId="{39164FEE-7B37-4875-80D6-A70E2A58320C}" type="presOf" srcId="{C7080551-76BE-4290-9241-2E4DCEC91675}" destId="{80F0E52E-2477-4B63-96E0-01C9A256C79C}" srcOrd="0" destOrd="0" presId="urn:microsoft.com/office/officeart/2018/2/layout/IconCircleList"/>
    <dgm:cxn modelId="{E1520EF7-0F44-4325-B9A0-17B2BF83AAB4}" type="presOf" srcId="{37AFFE33-0CF0-49B6-9007-5381E2ED5766}" destId="{F6C8ABD8-CC3B-4BC4-901B-38A678B2E7CB}" srcOrd="0" destOrd="0" presId="urn:microsoft.com/office/officeart/2018/2/layout/IconCircleList"/>
    <dgm:cxn modelId="{BDDDF5D6-C6E2-4CA3-8B8E-202E392A5A8A}" type="presParOf" srcId="{80F0E52E-2477-4B63-96E0-01C9A256C79C}" destId="{227104A3-975F-49EA-AEE3-5C5C8E42FD88}" srcOrd="0" destOrd="0" presId="urn:microsoft.com/office/officeart/2018/2/layout/IconCircleList"/>
    <dgm:cxn modelId="{649AF592-D02C-4D2C-A23E-DC2B87D4D5D6}" type="presParOf" srcId="{227104A3-975F-49EA-AEE3-5C5C8E42FD88}" destId="{108B75BE-1248-417B-9A37-D1DE674BFF55}" srcOrd="0" destOrd="0" presId="urn:microsoft.com/office/officeart/2018/2/layout/IconCircleList"/>
    <dgm:cxn modelId="{E901C586-12FC-41B1-BFFE-E59E4049FBC6}" type="presParOf" srcId="{108B75BE-1248-417B-9A37-D1DE674BFF55}" destId="{3CA82C39-032C-41DC-8E34-93995D38CCC7}" srcOrd="0" destOrd="0" presId="urn:microsoft.com/office/officeart/2018/2/layout/IconCircleList"/>
    <dgm:cxn modelId="{7A89260B-1A52-49A6-A650-08FD7FF861C2}" type="presParOf" srcId="{108B75BE-1248-417B-9A37-D1DE674BFF55}" destId="{D0394EFB-78DF-400C-A5B6-14634C0093B2}" srcOrd="1" destOrd="0" presId="urn:microsoft.com/office/officeart/2018/2/layout/IconCircleList"/>
    <dgm:cxn modelId="{55C03D16-C869-4BC3-855A-505A344E676C}" type="presParOf" srcId="{108B75BE-1248-417B-9A37-D1DE674BFF55}" destId="{75909382-25BD-4D43-B938-CB6ED505CD5B}" srcOrd="2" destOrd="0" presId="urn:microsoft.com/office/officeart/2018/2/layout/IconCircleList"/>
    <dgm:cxn modelId="{03B7D864-8DFC-458B-BB5C-B2286730EF74}" type="presParOf" srcId="{108B75BE-1248-417B-9A37-D1DE674BFF55}" destId="{36EACC24-6601-457C-85E7-D8D65F20D4A8}" srcOrd="3" destOrd="0" presId="urn:microsoft.com/office/officeart/2018/2/layout/IconCircleList"/>
    <dgm:cxn modelId="{00995C54-1B2D-47AE-BBBB-5C43392B86A6}" type="presParOf" srcId="{227104A3-975F-49EA-AEE3-5C5C8E42FD88}" destId="{EFD0A299-F4D7-4251-A8E8-BE0ADAFBFEC1}" srcOrd="1" destOrd="0" presId="urn:microsoft.com/office/officeart/2018/2/layout/IconCircleList"/>
    <dgm:cxn modelId="{B46702D4-1A21-4D2E-986A-71321388B718}" type="presParOf" srcId="{227104A3-975F-49EA-AEE3-5C5C8E42FD88}" destId="{6127ED3D-DC23-4F2F-B05A-611192F9EFCB}" srcOrd="2" destOrd="0" presId="urn:microsoft.com/office/officeart/2018/2/layout/IconCircleList"/>
    <dgm:cxn modelId="{A5B6D81B-4E31-4D5F-8AEB-1EC027F8A6BE}" type="presParOf" srcId="{6127ED3D-DC23-4F2F-B05A-611192F9EFCB}" destId="{3590030F-A5B2-4180-9392-66B2DAAB0474}" srcOrd="0" destOrd="0" presId="urn:microsoft.com/office/officeart/2018/2/layout/IconCircleList"/>
    <dgm:cxn modelId="{BABB9AE5-0DB8-4A6A-B767-535E4966C27A}" type="presParOf" srcId="{6127ED3D-DC23-4F2F-B05A-611192F9EFCB}" destId="{BDCFFD9B-5CE4-4B53-8FB8-A1B599752E39}" srcOrd="1" destOrd="0" presId="urn:microsoft.com/office/officeart/2018/2/layout/IconCircleList"/>
    <dgm:cxn modelId="{64A28A15-40C4-4F86-BBEF-3863EE958037}" type="presParOf" srcId="{6127ED3D-DC23-4F2F-B05A-611192F9EFCB}" destId="{79CA7007-6AEC-4732-9C2D-308C69A82C7F}" srcOrd="2" destOrd="0" presId="urn:microsoft.com/office/officeart/2018/2/layout/IconCircleList"/>
    <dgm:cxn modelId="{C340AC26-28E1-47A6-BB87-01FB634A9C3C}" type="presParOf" srcId="{6127ED3D-DC23-4F2F-B05A-611192F9EFCB}" destId="{2C2722E0-C0D6-40A4-AC5B-0FA6881D13B6}" srcOrd="3" destOrd="0" presId="urn:microsoft.com/office/officeart/2018/2/layout/IconCircleList"/>
    <dgm:cxn modelId="{F17EBA70-4EE8-49B3-B244-CCE0751C6094}" type="presParOf" srcId="{227104A3-975F-49EA-AEE3-5C5C8E42FD88}" destId="{6D9755BA-7889-476F-816F-A77C293B59BF}" srcOrd="3" destOrd="0" presId="urn:microsoft.com/office/officeart/2018/2/layout/IconCircleList"/>
    <dgm:cxn modelId="{4E69D546-FECF-4938-9470-F08AD88DB162}" type="presParOf" srcId="{227104A3-975F-49EA-AEE3-5C5C8E42FD88}" destId="{0CBA9B23-9518-40EF-B1D8-7DCAA9BCD084}" srcOrd="4" destOrd="0" presId="urn:microsoft.com/office/officeart/2018/2/layout/IconCircleList"/>
    <dgm:cxn modelId="{6F164FFF-4851-4534-A47E-27131C5B879E}" type="presParOf" srcId="{0CBA9B23-9518-40EF-B1D8-7DCAA9BCD084}" destId="{12C5016A-3030-47D2-B41C-FA6F06311BAD}" srcOrd="0" destOrd="0" presId="urn:microsoft.com/office/officeart/2018/2/layout/IconCircleList"/>
    <dgm:cxn modelId="{A8B651E3-729D-4C59-AB4B-883D212268DE}" type="presParOf" srcId="{0CBA9B23-9518-40EF-B1D8-7DCAA9BCD084}" destId="{9C93ECB2-9B3F-48B8-8E44-9D5FEC30B5E8}" srcOrd="1" destOrd="0" presId="urn:microsoft.com/office/officeart/2018/2/layout/IconCircleList"/>
    <dgm:cxn modelId="{03EC8EBA-9F9B-492A-8AA4-CC3E59C19B45}" type="presParOf" srcId="{0CBA9B23-9518-40EF-B1D8-7DCAA9BCD084}" destId="{FA847F5D-685D-441C-9852-6473AB1591FC}" srcOrd="2" destOrd="0" presId="urn:microsoft.com/office/officeart/2018/2/layout/IconCircleList"/>
    <dgm:cxn modelId="{095D5ED0-7A41-4749-819E-1B9A4AA2D3C7}" type="presParOf" srcId="{0CBA9B23-9518-40EF-B1D8-7DCAA9BCD084}" destId="{F6C8ABD8-CC3B-4BC4-901B-38A678B2E7CB}" srcOrd="3" destOrd="0" presId="urn:microsoft.com/office/officeart/2018/2/layout/IconCircleList"/>
    <dgm:cxn modelId="{B4EF5B97-B046-41DB-A7E3-F5C760B012B6}" type="presParOf" srcId="{227104A3-975F-49EA-AEE3-5C5C8E42FD88}" destId="{135DAEC7-B7C4-47D1-B36D-F7B240A606C3}" srcOrd="5" destOrd="0" presId="urn:microsoft.com/office/officeart/2018/2/layout/IconCircleList"/>
    <dgm:cxn modelId="{1F1821FC-6CF9-4B8C-8AD5-B0C9A6DF15ED}" type="presParOf" srcId="{227104A3-975F-49EA-AEE3-5C5C8E42FD88}" destId="{B2B0B75B-0C1E-436E-A33A-B4C8097DA3B5}" srcOrd="6" destOrd="0" presId="urn:microsoft.com/office/officeart/2018/2/layout/IconCircleList"/>
    <dgm:cxn modelId="{33AB8830-1966-4981-823C-F72E4E4796C1}" type="presParOf" srcId="{B2B0B75B-0C1E-436E-A33A-B4C8097DA3B5}" destId="{5E50E68F-90D1-4E1C-9381-C659AFE7603A}" srcOrd="0" destOrd="0" presId="urn:microsoft.com/office/officeart/2018/2/layout/IconCircleList"/>
    <dgm:cxn modelId="{FFDD9432-0E04-46EE-8149-5BA302AEEAEB}" type="presParOf" srcId="{B2B0B75B-0C1E-436E-A33A-B4C8097DA3B5}" destId="{E0BBD525-F1B7-4F94-B275-E361FB26A7BE}" srcOrd="1" destOrd="0" presId="urn:microsoft.com/office/officeart/2018/2/layout/IconCircleList"/>
    <dgm:cxn modelId="{751D5D8F-8386-4065-9532-6C25BCA97C8A}" type="presParOf" srcId="{B2B0B75B-0C1E-436E-A33A-B4C8097DA3B5}" destId="{5A2000CB-8BC9-4469-9DF5-54DAA8B495CF}" srcOrd="2" destOrd="0" presId="urn:microsoft.com/office/officeart/2018/2/layout/IconCircleList"/>
    <dgm:cxn modelId="{320E9993-C11B-4690-8208-4D97B397878F}" type="presParOf" srcId="{B2B0B75B-0C1E-436E-A33A-B4C8097DA3B5}" destId="{A5F17C95-DAED-4B11-8B3B-3EB6F104325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02C1F-FBD1-4E43-BC75-C78C24AA5BD0}">
      <dsp:nvSpPr>
        <dsp:cNvPr id="0" name=""/>
        <dsp:cNvSpPr/>
      </dsp:nvSpPr>
      <dsp:spPr>
        <a:xfrm>
          <a:off x="426854" y="812325"/>
          <a:ext cx="698466" cy="698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58D2C-3E05-4D08-A0F2-B751B2D6AC4E}">
      <dsp:nvSpPr>
        <dsp:cNvPr id="0" name=""/>
        <dsp:cNvSpPr/>
      </dsp:nvSpPr>
      <dsp:spPr>
        <a:xfrm>
          <a:off x="13" y="174365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Requirements gathering</a:t>
          </a:r>
        </a:p>
      </dsp:txBody>
      <dsp:txXfrm>
        <a:off x="13" y="1743657"/>
        <a:ext cx="1552148" cy="620859"/>
      </dsp:txXfrm>
    </dsp:sp>
    <dsp:sp modelId="{6E5D9148-00CB-40A9-8C6F-4C4C20DDCBCB}">
      <dsp:nvSpPr>
        <dsp:cNvPr id="0" name=""/>
        <dsp:cNvSpPr/>
      </dsp:nvSpPr>
      <dsp:spPr>
        <a:xfrm>
          <a:off x="2250628" y="812325"/>
          <a:ext cx="698466" cy="698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493C3-04A7-4AED-AA72-DA16D533C773}">
      <dsp:nvSpPr>
        <dsp:cNvPr id="0" name=""/>
        <dsp:cNvSpPr/>
      </dsp:nvSpPr>
      <dsp:spPr>
        <a:xfrm>
          <a:off x="1823788" y="174365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Design</a:t>
          </a:r>
        </a:p>
      </dsp:txBody>
      <dsp:txXfrm>
        <a:off x="1823788" y="1743657"/>
        <a:ext cx="1552148" cy="620859"/>
      </dsp:txXfrm>
    </dsp:sp>
    <dsp:sp modelId="{F0B293E6-6DCB-417A-AD5B-C8ABE4E20315}">
      <dsp:nvSpPr>
        <dsp:cNvPr id="0" name=""/>
        <dsp:cNvSpPr/>
      </dsp:nvSpPr>
      <dsp:spPr>
        <a:xfrm>
          <a:off x="4074403" y="812325"/>
          <a:ext cx="698466" cy="698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447A6-F683-4D6C-9948-64C865FF6A87}">
      <dsp:nvSpPr>
        <dsp:cNvPr id="0" name=""/>
        <dsp:cNvSpPr/>
      </dsp:nvSpPr>
      <dsp:spPr>
        <a:xfrm>
          <a:off x="3647562" y="174365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Implementation</a:t>
          </a:r>
        </a:p>
      </dsp:txBody>
      <dsp:txXfrm>
        <a:off x="3647562" y="1743657"/>
        <a:ext cx="1552148" cy="620859"/>
      </dsp:txXfrm>
    </dsp:sp>
    <dsp:sp modelId="{E1B090A3-D1FC-437E-99D1-A105DDE1CDE8}">
      <dsp:nvSpPr>
        <dsp:cNvPr id="0" name=""/>
        <dsp:cNvSpPr/>
      </dsp:nvSpPr>
      <dsp:spPr>
        <a:xfrm>
          <a:off x="5898177" y="812325"/>
          <a:ext cx="698466" cy="698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EEF7D-4ECF-47E2-B925-BFA6BBBE8180}">
      <dsp:nvSpPr>
        <dsp:cNvPr id="0" name=""/>
        <dsp:cNvSpPr/>
      </dsp:nvSpPr>
      <dsp:spPr>
        <a:xfrm>
          <a:off x="5471336" y="174365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Testing</a:t>
          </a:r>
        </a:p>
      </dsp:txBody>
      <dsp:txXfrm>
        <a:off x="5471336" y="1743657"/>
        <a:ext cx="1552148" cy="620859"/>
      </dsp:txXfrm>
    </dsp:sp>
    <dsp:sp modelId="{D468450F-84E5-4517-8172-19A5EA0DFC6D}">
      <dsp:nvSpPr>
        <dsp:cNvPr id="0" name=""/>
        <dsp:cNvSpPr/>
      </dsp:nvSpPr>
      <dsp:spPr>
        <a:xfrm>
          <a:off x="7721952" y="812325"/>
          <a:ext cx="698466" cy="698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9E475-D310-47DB-9AF7-66886BC5844B}">
      <dsp:nvSpPr>
        <dsp:cNvPr id="0" name=""/>
        <dsp:cNvSpPr/>
      </dsp:nvSpPr>
      <dsp:spPr>
        <a:xfrm>
          <a:off x="7295111" y="174365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Deployment</a:t>
          </a:r>
        </a:p>
      </dsp:txBody>
      <dsp:txXfrm>
        <a:off x="7295111" y="1743657"/>
        <a:ext cx="1552148" cy="620859"/>
      </dsp:txXfrm>
    </dsp:sp>
    <dsp:sp modelId="{96C45C0D-3044-4775-9DAA-DFCCA124AB16}">
      <dsp:nvSpPr>
        <dsp:cNvPr id="0" name=""/>
        <dsp:cNvSpPr/>
      </dsp:nvSpPr>
      <dsp:spPr>
        <a:xfrm>
          <a:off x="9545726" y="812325"/>
          <a:ext cx="698466" cy="6984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B9AB8-ADA6-47F3-963E-EE46F3B77B3F}">
      <dsp:nvSpPr>
        <dsp:cNvPr id="0" name=""/>
        <dsp:cNvSpPr/>
      </dsp:nvSpPr>
      <dsp:spPr>
        <a:xfrm>
          <a:off x="9118885" y="174365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Maintenance</a:t>
          </a:r>
        </a:p>
      </dsp:txBody>
      <dsp:txXfrm>
        <a:off x="9118885" y="1743657"/>
        <a:ext cx="1552148" cy="6208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632B6-D390-45E4-B7AD-DD263D47DEC0}">
      <dsp:nvSpPr>
        <dsp:cNvPr id="0" name=""/>
        <dsp:cNvSpPr/>
      </dsp:nvSpPr>
      <dsp:spPr>
        <a:xfrm>
          <a:off x="0" y="36041"/>
          <a:ext cx="5664038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Requirements Analysis</a:t>
          </a:r>
        </a:p>
      </dsp:txBody>
      <dsp:txXfrm>
        <a:off x="36296" y="72337"/>
        <a:ext cx="5591446" cy="670943"/>
      </dsp:txXfrm>
    </dsp:sp>
    <dsp:sp modelId="{9C492ABC-5E89-4508-AF58-32F267208162}">
      <dsp:nvSpPr>
        <dsp:cNvPr id="0" name=""/>
        <dsp:cNvSpPr/>
      </dsp:nvSpPr>
      <dsp:spPr>
        <a:xfrm>
          <a:off x="0" y="868856"/>
          <a:ext cx="5664038" cy="743535"/>
        </a:xfrm>
        <a:prstGeom prst="roundRect">
          <a:avLst/>
        </a:prstGeom>
        <a:solidFill>
          <a:schemeClr val="accent2">
            <a:hueOff val="-3642120"/>
            <a:satOff val="586"/>
            <a:lumOff val="1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Test Planning</a:t>
          </a:r>
        </a:p>
      </dsp:txBody>
      <dsp:txXfrm>
        <a:off x="36296" y="905152"/>
        <a:ext cx="5591446" cy="670943"/>
      </dsp:txXfrm>
    </dsp:sp>
    <dsp:sp modelId="{C70A084F-61D3-486C-B54A-4026B318ABA9}">
      <dsp:nvSpPr>
        <dsp:cNvPr id="0" name=""/>
        <dsp:cNvSpPr/>
      </dsp:nvSpPr>
      <dsp:spPr>
        <a:xfrm>
          <a:off x="0" y="1701671"/>
          <a:ext cx="5664038" cy="743535"/>
        </a:xfrm>
        <a:prstGeom prst="roundRect">
          <a:avLst/>
        </a:prstGeom>
        <a:solidFill>
          <a:schemeClr val="accent2">
            <a:hueOff val="-7284240"/>
            <a:satOff val="1172"/>
            <a:lumOff val="3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Test Case Design</a:t>
          </a:r>
        </a:p>
      </dsp:txBody>
      <dsp:txXfrm>
        <a:off x="36296" y="1737967"/>
        <a:ext cx="5591446" cy="670943"/>
      </dsp:txXfrm>
    </dsp:sp>
    <dsp:sp modelId="{2E365CF7-9E95-48CE-921A-2506F5167B2B}">
      <dsp:nvSpPr>
        <dsp:cNvPr id="0" name=""/>
        <dsp:cNvSpPr/>
      </dsp:nvSpPr>
      <dsp:spPr>
        <a:xfrm>
          <a:off x="0" y="2534487"/>
          <a:ext cx="5664038" cy="743535"/>
        </a:xfrm>
        <a:prstGeom prst="roundRect">
          <a:avLst/>
        </a:prstGeom>
        <a:solidFill>
          <a:schemeClr val="accent2">
            <a:hueOff val="-10926361"/>
            <a:satOff val="1759"/>
            <a:lumOff val="4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Test Environment Setup</a:t>
          </a:r>
        </a:p>
      </dsp:txBody>
      <dsp:txXfrm>
        <a:off x="36296" y="2570783"/>
        <a:ext cx="5591446" cy="670943"/>
      </dsp:txXfrm>
    </dsp:sp>
    <dsp:sp modelId="{BFCE787C-46C8-4AED-B98B-11C4C89B7B08}">
      <dsp:nvSpPr>
        <dsp:cNvPr id="0" name=""/>
        <dsp:cNvSpPr/>
      </dsp:nvSpPr>
      <dsp:spPr>
        <a:xfrm>
          <a:off x="0" y="3367302"/>
          <a:ext cx="5664038" cy="743535"/>
        </a:xfrm>
        <a:prstGeom prst="roundRect">
          <a:avLst/>
        </a:prstGeom>
        <a:solidFill>
          <a:schemeClr val="accent2">
            <a:hueOff val="-14568481"/>
            <a:satOff val="2345"/>
            <a:lumOff val="6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Test Execution</a:t>
          </a:r>
        </a:p>
      </dsp:txBody>
      <dsp:txXfrm>
        <a:off x="36296" y="3403598"/>
        <a:ext cx="5591446" cy="670943"/>
      </dsp:txXfrm>
    </dsp:sp>
    <dsp:sp modelId="{0C53CD52-7B48-4657-ACBC-8B287275C508}">
      <dsp:nvSpPr>
        <dsp:cNvPr id="0" name=""/>
        <dsp:cNvSpPr/>
      </dsp:nvSpPr>
      <dsp:spPr>
        <a:xfrm>
          <a:off x="0" y="4200117"/>
          <a:ext cx="5664038" cy="743535"/>
        </a:xfrm>
        <a:prstGeom prst="roundRect">
          <a:avLst/>
        </a:prstGeom>
        <a:solidFill>
          <a:schemeClr val="accent2">
            <a:hueOff val="-18210601"/>
            <a:satOff val="2931"/>
            <a:lumOff val="80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Test Closure</a:t>
          </a:r>
        </a:p>
      </dsp:txBody>
      <dsp:txXfrm>
        <a:off x="36296" y="4236413"/>
        <a:ext cx="5591446" cy="6709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E0313-7A51-45FA-8996-1C70F59E830B}">
      <dsp:nvSpPr>
        <dsp:cNvPr id="0" name=""/>
        <dsp:cNvSpPr/>
      </dsp:nvSpPr>
      <dsp:spPr>
        <a:xfrm>
          <a:off x="467718" y="286644"/>
          <a:ext cx="1436208" cy="14362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432F1-C82E-4AE5-ABFA-73698364DBEA}">
      <dsp:nvSpPr>
        <dsp:cNvPr id="0" name=""/>
        <dsp:cNvSpPr/>
      </dsp:nvSpPr>
      <dsp:spPr>
        <a:xfrm>
          <a:off x="773795" y="592722"/>
          <a:ext cx="824054" cy="824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89B6D-95F8-4232-87EA-2FA6E43B883D}">
      <dsp:nvSpPr>
        <dsp:cNvPr id="0" name=""/>
        <dsp:cNvSpPr/>
      </dsp:nvSpPr>
      <dsp:spPr>
        <a:xfrm>
          <a:off x="8602" y="2170197"/>
          <a:ext cx="235444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Performance focused</a:t>
          </a:r>
        </a:p>
      </dsp:txBody>
      <dsp:txXfrm>
        <a:off x="8602" y="2170197"/>
        <a:ext cx="2354440" cy="720000"/>
      </dsp:txXfrm>
    </dsp:sp>
    <dsp:sp modelId="{EB3DBF16-AD2F-4134-8491-D6A27001D0BF}">
      <dsp:nvSpPr>
        <dsp:cNvPr id="0" name=""/>
        <dsp:cNvSpPr/>
      </dsp:nvSpPr>
      <dsp:spPr>
        <a:xfrm>
          <a:off x="3234185" y="286644"/>
          <a:ext cx="1436208" cy="14362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099FC-B6F0-452D-B57C-9DD30A4F359E}">
      <dsp:nvSpPr>
        <dsp:cNvPr id="0" name=""/>
        <dsp:cNvSpPr/>
      </dsp:nvSpPr>
      <dsp:spPr>
        <a:xfrm>
          <a:off x="3540263" y="592722"/>
          <a:ext cx="824054" cy="824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7357C-4841-40A2-A95C-0DA3037B64B4}">
      <dsp:nvSpPr>
        <dsp:cNvPr id="0" name=""/>
        <dsp:cNvSpPr/>
      </dsp:nvSpPr>
      <dsp:spPr>
        <a:xfrm>
          <a:off x="2775069" y="2170197"/>
          <a:ext cx="235444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Engaged early in SDLC</a:t>
          </a:r>
        </a:p>
      </dsp:txBody>
      <dsp:txXfrm>
        <a:off x="2775069" y="2170197"/>
        <a:ext cx="2354440" cy="720000"/>
      </dsp:txXfrm>
    </dsp:sp>
    <dsp:sp modelId="{9E852C1F-F13E-441B-AC26-3C8030A3A394}">
      <dsp:nvSpPr>
        <dsp:cNvPr id="0" name=""/>
        <dsp:cNvSpPr/>
      </dsp:nvSpPr>
      <dsp:spPr>
        <a:xfrm>
          <a:off x="6000653" y="286644"/>
          <a:ext cx="1436208" cy="14362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B321E-0E66-4202-95C5-6AB6FA75D9E7}">
      <dsp:nvSpPr>
        <dsp:cNvPr id="0" name=""/>
        <dsp:cNvSpPr/>
      </dsp:nvSpPr>
      <dsp:spPr>
        <a:xfrm>
          <a:off x="6306730" y="592722"/>
          <a:ext cx="824054" cy="824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1CCB4-A5C2-4E6F-9E4F-32222FF9F516}">
      <dsp:nvSpPr>
        <dsp:cNvPr id="0" name=""/>
        <dsp:cNvSpPr/>
      </dsp:nvSpPr>
      <dsp:spPr>
        <a:xfrm>
          <a:off x="5541537" y="2170197"/>
          <a:ext cx="235444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Anticipate performance bottlenecks</a:t>
          </a:r>
        </a:p>
      </dsp:txBody>
      <dsp:txXfrm>
        <a:off x="5541537" y="2170197"/>
        <a:ext cx="2354440" cy="720000"/>
      </dsp:txXfrm>
    </dsp:sp>
    <dsp:sp modelId="{EB74C3B3-0EB4-45C3-B905-497E13287A76}">
      <dsp:nvSpPr>
        <dsp:cNvPr id="0" name=""/>
        <dsp:cNvSpPr/>
      </dsp:nvSpPr>
      <dsp:spPr>
        <a:xfrm>
          <a:off x="8767121" y="286644"/>
          <a:ext cx="1436208" cy="14362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DF07A-8571-4FE3-A5F4-D4D006F0F57C}">
      <dsp:nvSpPr>
        <dsp:cNvPr id="0" name=""/>
        <dsp:cNvSpPr/>
      </dsp:nvSpPr>
      <dsp:spPr>
        <a:xfrm>
          <a:off x="9073198" y="592722"/>
          <a:ext cx="824054" cy="824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C5E39-CC52-4163-A1E1-B7B840946CDB}">
      <dsp:nvSpPr>
        <dsp:cNvPr id="0" name=""/>
        <dsp:cNvSpPr/>
      </dsp:nvSpPr>
      <dsp:spPr>
        <a:xfrm>
          <a:off x="8308005" y="2170197"/>
          <a:ext cx="235444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Reduce risk of NFR defects</a:t>
          </a:r>
        </a:p>
      </dsp:txBody>
      <dsp:txXfrm>
        <a:off x="8308005" y="2170197"/>
        <a:ext cx="235444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82C39-032C-41DC-8E34-93995D38CCC7}">
      <dsp:nvSpPr>
        <dsp:cNvPr id="0" name=""/>
        <dsp:cNvSpPr/>
      </dsp:nvSpPr>
      <dsp:spPr>
        <a:xfrm>
          <a:off x="519952" y="43344"/>
          <a:ext cx="1275045" cy="127504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94EFB-78DF-400C-A5B6-14634C0093B2}">
      <dsp:nvSpPr>
        <dsp:cNvPr id="0" name=""/>
        <dsp:cNvSpPr/>
      </dsp:nvSpPr>
      <dsp:spPr>
        <a:xfrm>
          <a:off x="787711" y="311103"/>
          <a:ext cx="739526" cy="7395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ACC24-6601-457C-85E7-D8D65F20D4A8}">
      <dsp:nvSpPr>
        <dsp:cNvPr id="0" name=""/>
        <dsp:cNvSpPr/>
      </dsp:nvSpPr>
      <dsp:spPr>
        <a:xfrm>
          <a:off x="2068221" y="43344"/>
          <a:ext cx="3005463" cy="127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Load test</a:t>
          </a:r>
        </a:p>
      </dsp:txBody>
      <dsp:txXfrm>
        <a:off x="2068221" y="43344"/>
        <a:ext cx="3005463" cy="1275045"/>
      </dsp:txXfrm>
    </dsp:sp>
    <dsp:sp modelId="{3590030F-A5B2-4180-9392-66B2DAAB0474}">
      <dsp:nvSpPr>
        <dsp:cNvPr id="0" name=""/>
        <dsp:cNvSpPr/>
      </dsp:nvSpPr>
      <dsp:spPr>
        <a:xfrm>
          <a:off x="5597363" y="43344"/>
          <a:ext cx="1275045" cy="127504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FFD9B-5CE4-4B53-8FB8-A1B599752E39}">
      <dsp:nvSpPr>
        <dsp:cNvPr id="0" name=""/>
        <dsp:cNvSpPr/>
      </dsp:nvSpPr>
      <dsp:spPr>
        <a:xfrm>
          <a:off x="5865123" y="311103"/>
          <a:ext cx="739526" cy="7395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722E0-C0D6-40A4-AC5B-0FA6881D13B6}">
      <dsp:nvSpPr>
        <dsp:cNvPr id="0" name=""/>
        <dsp:cNvSpPr/>
      </dsp:nvSpPr>
      <dsp:spPr>
        <a:xfrm>
          <a:off x="7145632" y="43344"/>
          <a:ext cx="3005463" cy="127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Stress test</a:t>
          </a:r>
        </a:p>
      </dsp:txBody>
      <dsp:txXfrm>
        <a:off x="7145632" y="43344"/>
        <a:ext cx="3005463" cy="1275045"/>
      </dsp:txXfrm>
    </dsp:sp>
    <dsp:sp modelId="{12C5016A-3030-47D2-B41C-FA6F06311BAD}">
      <dsp:nvSpPr>
        <dsp:cNvPr id="0" name=""/>
        <dsp:cNvSpPr/>
      </dsp:nvSpPr>
      <dsp:spPr>
        <a:xfrm>
          <a:off x="519952" y="1858452"/>
          <a:ext cx="1275045" cy="127504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3ECB2-9B3F-48B8-8E44-9D5FEC30B5E8}">
      <dsp:nvSpPr>
        <dsp:cNvPr id="0" name=""/>
        <dsp:cNvSpPr/>
      </dsp:nvSpPr>
      <dsp:spPr>
        <a:xfrm>
          <a:off x="787711" y="2126212"/>
          <a:ext cx="739526" cy="7395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8ABD8-CC3B-4BC4-901B-38A678B2E7CB}">
      <dsp:nvSpPr>
        <dsp:cNvPr id="0" name=""/>
        <dsp:cNvSpPr/>
      </dsp:nvSpPr>
      <dsp:spPr>
        <a:xfrm>
          <a:off x="2068221" y="1858452"/>
          <a:ext cx="3005463" cy="127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Spike test</a:t>
          </a:r>
        </a:p>
      </dsp:txBody>
      <dsp:txXfrm>
        <a:off x="2068221" y="1858452"/>
        <a:ext cx="3005463" cy="1275045"/>
      </dsp:txXfrm>
    </dsp:sp>
    <dsp:sp modelId="{5E50E68F-90D1-4E1C-9381-C659AFE7603A}">
      <dsp:nvSpPr>
        <dsp:cNvPr id="0" name=""/>
        <dsp:cNvSpPr/>
      </dsp:nvSpPr>
      <dsp:spPr>
        <a:xfrm>
          <a:off x="5597363" y="1858452"/>
          <a:ext cx="1275045" cy="127504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BD525-F1B7-4F94-B275-E361FB26A7BE}">
      <dsp:nvSpPr>
        <dsp:cNvPr id="0" name=""/>
        <dsp:cNvSpPr/>
      </dsp:nvSpPr>
      <dsp:spPr>
        <a:xfrm>
          <a:off x="5865123" y="2126212"/>
          <a:ext cx="739526" cy="7395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17C95-DAED-4B11-8B3B-3EB6F1043259}">
      <dsp:nvSpPr>
        <dsp:cNvPr id="0" name=""/>
        <dsp:cNvSpPr/>
      </dsp:nvSpPr>
      <dsp:spPr>
        <a:xfrm>
          <a:off x="7145632" y="1858452"/>
          <a:ext cx="3005463" cy="127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Endurance test</a:t>
          </a:r>
        </a:p>
      </dsp:txBody>
      <dsp:txXfrm>
        <a:off x="7145632" y="1858452"/>
        <a:ext cx="3005463" cy="1275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175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37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95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8164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82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9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30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6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62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2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0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C5058-6BD0-66FA-0F73-E86389242B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3000"/>
          </a:blip>
          <a:srcRect t="18184" b="1621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AE993D-6F5A-4BB0-A457-D4BC0CD4A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9052560" cy="3546179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Performance</a:t>
            </a:r>
            <a:br>
              <a:rPr lang="en-US" dirty="0"/>
            </a:br>
            <a:r>
              <a:rPr lang="en-US" dirty="0"/>
              <a:t>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FB440-1712-B075-7F49-543339B7A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9052560" cy="7040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 Shift-Left Approach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3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BFB7F-4181-09FC-EE46-8C25E2A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sz="4200">
                <a:solidFill>
                  <a:schemeClr val="bg1"/>
                </a:solidFill>
              </a:rPr>
              <a:t>Standard Development </a:t>
            </a:r>
            <a:br>
              <a:rPr lang="en-US" sz="4200">
                <a:solidFill>
                  <a:schemeClr val="bg1"/>
                </a:solidFill>
              </a:rPr>
            </a:br>
            <a:r>
              <a:rPr lang="en-US" sz="4200">
                <a:solidFill>
                  <a:schemeClr val="bg1"/>
                </a:solidFill>
              </a:rPr>
              <a:t>Life Cycle</a:t>
            </a: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06C18B6-2324-3C8D-F7B6-60FB3390C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9072387"/>
              </p:ext>
            </p:extLst>
          </p:nvPr>
        </p:nvGraphicFramePr>
        <p:xfrm>
          <a:off x="758953" y="2606722"/>
          <a:ext cx="10671048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358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B9DD2-C85E-8EC2-DA29-2CEE4DE0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5F42C-7E0E-A9AD-88DE-BE82BC1C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5"/>
            <a:ext cx="3122148" cy="4807541"/>
          </a:xfrm>
        </p:spPr>
        <p:txBody>
          <a:bodyPr>
            <a:normAutofit/>
          </a:bodyPr>
          <a:lstStyle/>
          <a:p>
            <a:r>
              <a:rPr lang="en-US" dirty="0"/>
              <a:t>Standard Testing </a:t>
            </a:r>
            <a:br>
              <a:rPr lang="en-US" dirty="0"/>
            </a:br>
            <a:r>
              <a:rPr lang="en-US" dirty="0"/>
              <a:t>Life Cycle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BB25A96-E96A-4D45-AA98-5275E81FA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A019DF0-E0CA-5010-1BBF-4E772A47A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9337445"/>
              </p:ext>
            </p:extLst>
          </p:nvPr>
        </p:nvGraphicFramePr>
        <p:xfrm>
          <a:off x="5765962" y="972642"/>
          <a:ext cx="5664038" cy="4979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057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F201EF-1E70-53BE-3415-6E0715C4E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02920"/>
            <a:ext cx="10652760" cy="868680"/>
          </a:xfrm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/>
              <a:t>Shift-Left: Starting testing practices earlier in the development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51560" cy="50292"/>
          </a:xfrm>
          <a:prstGeom prst="rect">
            <a:avLst/>
          </a:prstGeom>
          <a:solidFill>
            <a:srgbClr val="E20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1234440" cy="6217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</a:rPr>
              <a:t>Traditional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C6A67"/>
                </a:solidFill>
              </a:rPr>
              <a:t>testing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42816"/>
            <a:ext cx="1234440" cy="6217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20E65"/>
                </a:solidFill>
              </a:rPr>
              <a:t>Shift-left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20E65"/>
                </a:solidFill>
              </a:rPr>
              <a:t>testing earlier</a:t>
            </a:r>
          </a:p>
        </p:txBody>
      </p:sp>
      <p:sp>
        <p:nvSpPr>
          <p:cNvPr id="8" name="Chevron 7"/>
          <p:cNvSpPr/>
          <p:nvPr/>
        </p:nvSpPr>
        <p:spPr>
          <a:xfrm>
            <a:off x="2084831" y="1664208"/>
            <a:ext cx="1691640" cy="868680"/>
          </a:xfrm>
          <a:prstGeom prst="chevron">
            <a:avLst/>
          </a:prstGeom>
          <a:solidFill>
            <a:srgbClr val="32829A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2450591" y="1737360"/>
            <a:ext cx="1252728" cy="72237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20" b="1">
                <a:solidFill>
                  <a:srgbClr val="FFFFFF"/>
                </a:solidFill>
              </a:rPr>
              <a:t>Requirements</a:t>
            </a:r>
            <a:br>
              <a:rPr lang="en-US"/>
            </a:br>
            <a:r>
              <a:rPr lang="en-US" sz="1120" b="1">
                <a:solidFill>
                  <a:srgbClr val="FFFFFF"/>
                </a:solidFill>
              </a:rPr>
              <a:t>Gathering</a:t>
            </a:r>
          </a:p>
        </p:txBody>
      </p:sp>
      <p:sp>
        <p:nvSpPr>
          <p:cNvPr id="10" name="Chevron 9"/>
          <p:cNvSpPr/>
          <p:nvPr/>
        </p:nvSpPr>
        <p:spPr>
          <a:xfrm>
            <a:off x="3703320" y="1664208"/>
            <a:ext cx="1417320" cy="868680"/>
          </a:xfrm>
          <a:prstGeom prst="chevron">
            <a:avLst/>
          </a:prstGeom>
          <a:solidFill>
            <a:srgbClr val="439EB7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4069080" y="1737360"/>
            <a:ext cx="978408" cy="72237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12" name="Chevron 11"/>
          <p:cNvSpPr/>
          <p:nvPr/>
        </p:nvSpPr>
        <p:spPr>
          <a:xfrm>
            <a:off x="5047488" y="1664208"/>
            <a:ext cx="1691640" cy="868680"/>
          </a:xfrm>
          <a:prstGeom prst="chevron">
            <a:avLst/>
          </a:prstGeom>
          <a:solidFill>
            <a:srgbClr val="439EB7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413248" y="1737360"/>
            <a:ext cx="1252728" cy="72237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20" b="1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6665975" y="1664208"/>
            <a:ext cx="1417320" cy="868680"/>
          </a:xfrm>
          <a:prstGeom prst="chevron">
            <a:avLst/>
          </a:prstGeom>
          <a:solidFill>
            <a:srgbClr val="E20E65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031736" y="1737360"/>
            <a:ext cx="978408" cy="72237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8010144" y="1664208"/>
            <a:ext cx="1508760" cy="868680"/>
          </a:xfrm>
          <a:prstGeom prst="chevron">
            <a:avLst/>
          </a:prstGeom>
          <a:solidFill>
            <a:srgbClr val="439EB7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8375904" y="1737360"/>
            <a:ext cx="1069848" cy="72237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18" name="Chevron 17"/>
          <p:cNvSpPr/>
          <p:nvPr/>
        </p:nvSpPr>
        <p:spPr>
          <a:xfrm>
            <a:off x="9445752" y="1664208"/>
            <a:ext cx="1600200" cy="868680"/>
          </a:xfrm>
          <a:prstGeom prst="chevron">
            <a:avLst/>
          </a:prstGeom>
          <a:solidFill>
            <a:srgbClr val="32829A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811512" y="1737360"/>
            <a:ext cx="1161288" cy="72237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>
                <a:solidFill>
                  <a:srgbClr val="FFFFFF"/>
                </a:solidFill>
              </a:rPr>
              <a:t>Maintenance</a:t>
            </a:r>
          </a:p>
        </p:txBody>
      </p:sp>
      <p:sp>
        <p:nvSpPr>
          <p:cNvPr id="20" name="Chevron 19"/>
          <p:cNvSpPr/>
          <p:nvPr/>
        </p:nvSpPr>
        <p:spPr>
          <a:xfrm>
            <a:off x="1810511" y="4096512"/>
            <a:ext cx="1691640" cy="987552"/>
          </a:xfrm>
          <a:prstGeom prst="chevron">
            <a:avLst/>
          </a:prstGeom>
          <a:solidFill>
            <a:srgbClr val="32829A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176272" y="4434796"/>
            <a:ext cx="1161288" cy="31098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80" b="1">
                <a:solidFill>
                  <a:srgbClr val="FFFFFF"/>
                </a:solidFill>
              </a:rPr>
              <a:t>Requirements</a:t>
            </a:r>
            <a:br>
              <a:rPr lang="en-US"/>
            </a:br>
            <a:r>
              <a:rPr lang="en-US" sz="1080" b="1">
                <a:solidFill>
                  <a:srgbClr val="FFFFFF"/>
                </a:solidFill>
              </a:rPr>
              <a:t>Gathering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3282696" y="4096512"/>
            <a:ext cx="1152144" cy="987552"/>
          </a:xfrm>
          <a:prstGeom prst="chevron">
            <a:avLst/>
          </a:prstGeom>
          <a:solidFill>
            <a:srgbClr val="439EB7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4169664"/>
            <a:ext cx="566928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24" name="Chevron 23"/>
          <p:cNvSpPr/>
          <p:nvPr/>
        </p:nvSpPr>
        <p:spPr>
          <a:xfrm>
            <a:off x="4361688" y="4096512"/>
            <a:ext cx="1325880" cy="987552"/>
          </a:xfrm>
          <a:prstGeom prst="chevron">
            <a:avLst/>
          </a:prstGeom>
          <a:solidFill>
            <a:srgbClr val="E20E65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4169664"/>
            <a:ext cx="886968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</a:rPr>
              <a:t>Prepare</a:t>
            </a:r>
            <a:br/>
            <a:r>
              <a:rPr sz="1120" b="1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26" name="Chevron 25"/>
          <p:cNvSpPr/>
          <p:nvPr/>
        </p:nvSpPr>
        <p:spPr>
          <a:xfrm>
            <a:off x="5614416" y="4096512"/>
            <a:ext cx="1554480" cy="987552"/>
          </a:xfrm>
          <a:prstGeom prst="chevron">
            <a:avLst/>
          </a:prstGeom>
          <a:solidFill>
            <a:srgbClr val="8D0EEA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0176" y="4169664"/>
            <a:ext cx="1115568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</a:rPr>
              <a:t>Write code to</a:t>
            </a:r>
            <a:br/>
            <a:r>
              <a:rPr sz="1070" b="1">
                <a:solidFill>
                  <a:srgbClr val="FFFFFF"/>
                </a:solidFill>
              </a:rPr>
              <a:t>pass tests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95744" y="4096512"/>
            <a:ext cx="1417320" cy="987552"/>
          </a:xfrm>
          <a:prstGeom prst="chevron">
            <a:avLst/>
          </a:prstGeom>
          <a:solidFill>
            <a:srgbClr val="0F71F2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61504" y="4169664"/>
            <a:ext cx="978408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</a:rPr>
              <a:t>Refactor as</a:t>
            </a:r>
            <a:br/>
            <a:r>
              <a:rPr sz="1080" b="1">
                <a:solidFill>
                  <a:srgbClr val="FFFFFF"/>
                </a:solidFill>
              </a:rPr>
              <a:t>needed</a:t>
            </a:r>
          </a:p>
        </p:txBody>
      </p:sp>
      <p:sp>
        <p:nvSpPr>
          <p:cNvPr id="30" name="Chevron 29"/>
          <p:cNvSpPr/>
          <p:nvPr/>
        </p:nvSpPr>
        <p:spPr>
          <a:xfrm>
            <a:off x="8284464" y="4096512"/>
            <a:ext cx="1252728" cy="987552"/>
          </a:xfrm>
          <a:prstGeom prst="chevron">
            <a:avLst/>
          </a:prstGeom>
          <a:solidFill>
            <a:srgbClr val="439EB7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05672" y="4169664"/>
            <a:ext cx="658368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32" name="Chevron 31"/>
          <p:cNvSpPr/>
          <p:nvPr/>
        </p:nvSpPr>
        <p:spPr>
          <a:xfrm>
            <a:off x="9336024" y="4096512"/>
            <a:ext cx="1453896" cy="987552"/>
          </a:xfrm>
          <a:prstGeom prst="chevron">
            <a:avLst/>
          </a:prstGeom>
          <a:solidFill>
            <a:srgbClr val="32829A"/>
          </a:solidFill>
          <a:ln w="15875">
            <a:solidFill>
              <a:srgbClr val="F6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29800" y="4169664"/>
            <a:ext cx="886968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</a:rPr>
              <a:t>Maintenance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53512"/>
            <a:ext cx="30632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20E65"/>
                </a:solidFill>
              </a:rPr>
              <a:t>TESTING MOVES UPSTREAM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4791456" y="3273552"/>
            <a:ext cx="2624328" cy="256032"/>
          </a:xfrm>
          <a:prstGeom prst="leftArrow">
            <a:avLst/>
          </a:prstGeom>
          <a:solidFill>
            <a:srgbClr val="E20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4152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C7BBC-7053-4827-F9CB-953734F3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7D25A-DFC9-AFF7-E729-D56385066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Performance Engineering</a:t>
            </a: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DAA323F-E7FD-5D8E-694A-089FF1149F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0174987"/>
              </p:ext>
            </p:extLst>
          </p:nvPr>
        </p:nvGraphicFramePr>
        <p:xfrm>
          <a:off x="758953" y="2606722"/>
          <a:ext cx="10671048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452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A77AB-C2C9-7C53-7859-0F949F6D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1142EA9-40C5-4140-C30D-4DB38FD46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FF855-27EA-9B4C-C30D-10066258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2920"/>
            <a:ext cx="10360152" cy="685800"/>
          </a:xfrm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900" i="1">
                <a:solidFill>
                  <a:srgbClr val="262626"/>
                </a:solidFill>
                <a:latin typeface="Georgia"/>
              </a:rPr>
              <a:t>Functional vs Non-Functional Testing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D32D3DD8-132B-A1CD-89E5-F8CFF90E6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477256" y="1261872"/>
            <a:ext cx="1234440" cy="50292"/>
          </a:xfrm>
          <a:prstGeom prst="rect">
            <a:avLst/>
          </a:prstGeom>
          <a:solidFill>
            <a:srgbClr val="E20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777240" y="1691640"/>
            <a:ext cx="5239512" cy="1508760"/>
          </a:xfrm>
          <a:prstGeom prst="rightArrow">
            <a:avLst/>
          </a:prstGeom>
          <a:solidFill>
            <a:srgbClr val="E20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eft Arrow 14"/>
          <p:cNvSpPr/>
          <p:nvPr/>
        </p:nvSpPr>
        <p:spPr>
          <a:xfrm>
            <a:off x="6172200" y="1691640"/>
            <a:ext cx="5239512" cy="1508760"/>
          </a:xfrm>
          <a:prstGeom prst="leftArrow">
            <a:avLst/>
          </a:prstGeom>
          <a:solidFill>
            <a:srgbClr val="439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01852" y="2084832"/>
            <a:ext cx="416052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dirty="0">
                <a:solidFill>
                  <a:srgbClr val="FFFFFF"/>
                </a:solidFill>
                <a:latin typeface="Aptos"/>
              </a:rPr>
              <a:t>FUNCTIONAL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2331720"/>
            <a:ext cx="4114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FFFFF"/>
                </a:solidFill>
                <a:latin typeface="Aptos"/>
              </a:rPr>
              <a:t>Feature focused  •  Running application  •  User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084832"/>
            <a:ext cx="416052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dirty="0">
                <a:solidFill>
                  <a:srgbClr val="FFFFFF"/>
                </a:solidFill>
                <a:latin typeface="Aptos"/>
              </a:rPr>
              <a:t>NON-FUNCTIONAL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79177"/>
            <a:ext cx="4224528" cy="20800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 dirty="0">
                <a:solidFill>
                  <a:srgbClr val="FFFFFF"/>
                </a:solidFill>
                <a:latin typeface="Aptos"/>
              </a:rPr>
              <a:t>Application focused  •  Static  •  Stakeholder requirements</a:t>
            </a:r>
          </a:p>
        </p:txBody>
      </p:sp>
      <p:sp>
        <p:nvSpPr>
          <p:cNvPr id="20" name="Oval 19"/>
          <p:cNvSpPr/>
          <p:nvPr/>
        </p:nvSpPr>
        <p:spPr>
          <a:xfrm>
            <a:off x="5650992" y="1993392"/>
            <a:ext cx="877824" cy="877824"/>
          </a:xfrm>
          <a:prstGeom prst="ellipse">
            <a:avLst/>
          </a:prstGeom>
          <a:solidFill>
            <a:srgbClr val="F6F4EF"/>
          </a:solidFill>
          <a:ln w="190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262626"/>
                </a:solidFill>
                <a:latin typeface="Aptos"/>
              </a:rPr>
              <a:t>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749039"/>
            <a:ext cx="43891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dirty="0">
                <a:solidFill>
                  <a:srgbClr val="E20E65"/>
                </a:solidFill>
                <a:latin typeface="Georgia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8" y="3794760"/>
            <a:ext cx="409651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E20E65"/>
                </a:solidFill>
                <a:latin typeface="Aptos"/>
              </a:rPr>
              <a:t>THE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4142232"/>
            <a:ext cx="425196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 dirty="0">
                <a:solidFill>
                  <a:srgbClr val="262626"/>
                </a:solidFill>
                <a:latin typeface="Georgia"/>
              </a:rPr>
              <a:t>Are we building</a:t>
            </a:r>
            <a:br>
              <a:rPr dirty="0"/>
            </a:br>
            <a:r>
              <a:rPr sz="2400" b="0" i="1" dirty="0">
                <a:solidFill>
                  <a:srgbClr val="262626"/>
                </a:solidFill>
                <a:latin typeface="Georgia"/>
              </a:rPr>
              <a:t>the product right?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7100" y="3749039"/>
            <a:ext cx="43891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dirty="0">
                <a:solidFill>
                  <a:srgbClr val="439EB7"/>
                </a:solidFill>
                <a:latin typeface="Georgia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2860" y="3794760"/>
            <a:ext cx="409651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39EB7"/>
                </a:solidFill>
                <a:latin typeface="Aptos"/>
              </a:rPr>
              <a:t>THE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2860" y="4142232"/>
            <a:ext cx="425196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262626"/>
                </a:solidFill>
                <a:latin typeface="Georgia"/>
              </a:rPr>
              <a:t>Are we building</a:t>
            </a:r>
            <a:br/>
            <a:r>
              <a:rPr sz="2400" b="0" i="1">
                <a:solidFill>
                  <a:srgbClr val="262626"/>
                </a:solidFill>
                <a:latin typeface="Georgia"/>
              </a:rPr>
              <a:t>the right product?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616" y="3794760"/>
            <a:ext cx="18288" cy="1417320"/>
          </a:xfrm>
          <a:prstGeom prst="rect">
            <a:avLst/>
          </a:prstGeom>
          <a:solidFill>
            <a:srgbClr val="B6B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75688" y="5358384"/>
            <a:ext cx="411480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C6A67"/>
                </a:solidFill>
                <a:latin typeface="Aptos"/>
              </a:rPr>
              <a:t>FEATURE  /  EXECUTION  /  USER 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2860" y="5358384"/>
            <a:ext cx="411480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6C6A67"/>
                </a:solidFill>
                <a:latin typeface="Aptos"/>
              </a:rPr>
              <a:t>APPLICATION  /  STATIC SUPPORT  /  REQUIREMENT</a:t>
            </a:r>
          </a:p>
        </p:txBody>
      </p:sp>
    </p:spTree>
    <p:extLst>
      <p:ext uri="{BB962C8B-B14F-4D97-AF65-F5344CB8AC3E}">
        <p14:creationId xmlns:p14="http://schemas.microsoft.com/office/powerpoint/2010/main" val="1376956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C5FEA-F861-BA23-D380-EFF4398E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A73D0-33CE-1C97-C5C3-D21BF754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Types of Performance Tests</a:t>
            </a: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4E7B3AD-4C6C-FCE4-9D96-8026F9AE8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2710565"/>
              </p:ext>
            </p:extLst>
          </p:nvPr>
        </p:nvGraphicFramePr>
        <p:xfrm>
          <a:off x="758953" y="2606722"/>
          <a:ext cx="10671048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441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C96F0-6A0A-C5E5-E06A-79E4E8B6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243215-EE0E-27C0-324F-EEAF1A3C2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F1C02-9EA7-F11D-2EDB-9F062EB3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75488"/>
            <a:ext cx="10360152" cy="658368"/>
          </a:xfrm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700" i="1">
                <a:solidFill>
                  <a:srgbClr val="262626"/>
                </a:solidFill>
                <a:latin typeface="Georgia"/>
              </a:rPr>
              <a:t>Performance Terminology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2907659D-70D9-A55E-4813-80E44DB2A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532120" y="1188720"/>
            <a:ext cx="1124712" cy="50292"/>
          </a:xfrm>
          <a:prstGeom prst="rect">
            <a:avLst/>
          </a:prstGeom>
          <a:solidFill>
            <a:srgbClr val="E20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-8d94fca3b5e99ab2c88931f5836fde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119" y="1587659"/>
            <a:ext cx="530352" cy="463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78638" y="1673462"/>
            <a:ext cx="1753821" cy="2923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262626"/>
                </a:solidFill>
                <a:latin typeface="Aptos"/>
              </a:rPr>
              <a:t>Latency</a:t>
            </a:r>
          </a:p>
        </p:txBody>
      </p:sp>
      <p:pic>
        <p:nvPicPr>
          <p:cNvPr id="17" name="Picture 16" descr="image-9007953e722d421a610fe9fbe317e0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119" y="2455825"/>
            <a:ext cx="530352" cy="4833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78638" y="2551286"/>
            <a:ext cx="1753821" cy="2923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262626"/>
                </a:solidFill>
                <a:latin typeface="Aptos"/>
              </a:rPr>
              <a:t>Response Time</a:t>
            </a:r>
          </a:p>
        </p:txBody>
      </p:sp>
      <p:pic>
        <p:nvPicPr>
          <p:cNvPr id="19" name="Picture 18" descr="image-dc1f1d5b220ee05cfaf772011bfbde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199" y="3310128"/>
            <a:ext cx="476190" cy="5303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78638" y="3429110"/>
            <a:ext cx="1753821" cy="2923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262626"/>
                </a:solidFill>
                <a:latin typeface="Aptos"/>
              </a:rPr>
              <a:t>Throughput</a:t>
            </a:r>
          </a:p>
        </p:txBody>
      </p:sp>
      <p:pic>
        <p:nvPicPr>
          <p:cNvPr id="21" name="Picture 20" descr="image-dd149547455589248f61770d4cc4fc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119" y="4189418"/>
            <a:ext cx="530352" cy="5274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78638" y="4280151"/>
            <a:ext cx="1753821" cy="2923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262626"/>
                </a:solidFill>
                <a:latin typeface="Aptos"/>
              </a:rPr>
              <a:t>Concurrency</a:t>
            </a:r>
          </a:p>
        </p:txBody>
      </p:sp>
      <p:pic>
        <p:nvPicPr>
          <p:cNvPr id="23" name="Picture 22" descr="image-b4118821f33cf21bff1ce5a8b1d634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7119" y="5098761"/>
            <a:ext cx="530352" cy="4643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978638" y="5184758"/>
            <a:ext cx="1753821" cy="2923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262626"/>
                </a:solidFill>
                <a:latin typeface="Aptos"/>
              </a:rPr>
              <a:t>Utilization</a:t>
            </a:r>
          </a:p>
        </p:txBody>
      </p:sp>
      <p:pic>
        <p:nvPicPr>
          <p:cNvPr id="25" name="Picture 24" descr="image-8671d0ea6002b46067b3ba720992adb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4588" y="1591221"/>
            <a:ext cx="530352" cy="4534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56108" y="1552782"/>
            <a:ext cx="4023360" cy="5303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Aptos"/>
              </a:rPr>
              <a:t>Error Rate</a:t>
            </a:r>
          </a:p>
        </p:txBody>
      </p:sp>
      <p:pic>
        <p:nvPicPr>
          <p:cNvPr id="27" name="Picture 26" descr="image-b9167e4d0f3e458d0cc0599ae49f1f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588" y="2542271"/>
            <a:ext cx="530352" cy="3070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56108" y="2430606"/>
            <a:ext cx="4023360" cy="5303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Aptos"/>
              </a:rPr>
              <a:t>Percentiles</a:t>
            </a:r>
          </a:p>
        </p:txBody>
      </p:sp>
      <p:pic>
        <p:nvPicPr>
          <p:cNvPr id="29" name="Picture 28" descr="image-9373534291b1b897a21f2f6e69d82fa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4588" y="3315486"/>
            <a:ext cx="530352" cy="5162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56108" y="3308430"/>
            <a:ext cx="4023360" cy="5303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Aptos"/>
              </a:rPr>
              <a:t>Apdex Score</a:t>
            </a:r>
          </a:p>
        </p:txBody>
      </p:sp>
      <p:pic>
        <p:nvPicPr>
          <p:cNvPr id="31" name="Picture 30" descr="image-64179e8573411dcbcdc4d815d84871c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4588" y="4198105"/>
            <a:ext cx="530352" cy="50664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56108" y="4186254"/>
            <a:ext cx="4023360" cy="5303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Aptos"/>
              </a:rPr>
              <a:t>Scalability</a:t>
            </a:r>
          </a:p>
        </p:txBody>
      </p:sp>
      <p:pic>
        <p:nvPicPr>
          <p:cNvPr id="33" name="Picture 32" descr="image-80c41a9f707f930ddef6cbc82d4f0dd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1876" y="5064078"/>
            <a:ext cx="495774" cy="5303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56108" y="5064078"/>
            <a:ext cx="4023360" cy="5303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Aptos"/>
              </a:rPr>
              <a:t>Capacity</a:t>
            </a:r>
          </a:p>
        </p:txBody>
      </p:sp>
    </p:spTree>
    <p:extLst>
      <p:ext uri="{BB962C8B-B14F-4D97-AF65-F5344CB8AC3E}">
        <p14:creationId xmlns:p14="http://schemas.microsoft.com/office/powerpoint/2010/main" val="439956360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184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Avenir Next LT Pro</vt:lpstr>
      <vt:lpstr>Georgia</vt:lpstr>
      <vt:lpstr>Sitka Banner</vt:lpstr>
      <vt:lpstr>HeadlinesVTI</vt:lpstr>
      <vt:lpstr>Performance Engineering</vt:lpstr>
      <vt:lpstr>Standard Development  Life Cycle</vt:lpstr>
      <vt:lpstr>Standard Testing  Life Cycle</vt:lpstr>
      <vt:lpstr>Shift-Left: Starting testing practices earlier in the development cycle</vt:lpstr>
      <vt:lpstr>Performance Engineering</vt:lpstr>
      <vt:lpstr>Functional vs Non-Functional Testing</vt:lpstr>
      <vt:lpstr>Types of Performance Tests</vt:lpstr>
      <vt:lpstr>Performance Terminology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8</cp:revision>
  <dcterms:created xsi:type="dcterms:W3CDTF">2026-03-16T15:24:56Z</dcterms:created>
  <dcterms:modified xsi:type="dcterms:W3CDTF">2026-10-14T18:01:20Z</dcterms:modified>
</cp:coreProperties>
</file>