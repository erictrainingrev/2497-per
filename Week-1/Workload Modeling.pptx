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4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14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4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2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1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3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2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4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96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60A355-ECF0-5487-AAC3-B64CC560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705856"/>
            <a:ext cx="12192001" cy="115214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C738B-D62E-0234-3E5C-19E37DBF0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5" y="5863030"/>
            <a:ext cx="7955280" cy="870008"/>
          </a:xfrm>
        </p:spPr>
        <p:txBody>
          <a:bodyPr anchor="ctr">
            <a:normAutofit/>
          </a:bodyPr>
          <a:lstStyle/>
          <a:p>
            <a:r>
              <a:rPr lang="en-US" sz="4800" dirty="0"/>
              <a:t>Workload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4A3D4-EF6D-45B2-3660-7ACA57BC2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8323" y="5863030"/>
            <a:ext cx="3527062" cy="870008"/>
          </a:xfrm>
        </p:spPr>
        <p:txBody>
          <a:bodyPr anchor="ctr">
            <a:normAutofit/>
          </a:bodyPr>
          <a:lstStyle/>
          <a:p>
            <a:pPr algn="r"/>
            <a:endParaRPr lang="en-US" sz="16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0A4642-D29D-0121-4C05-5A5559BC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0574" y="6281928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0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65760" y="1417320"/>
            <a:ext cx="11457432" cy="0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65760" y="6199632"/>
            <a:ext cx="11457432" cy="0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65760" y="1417320"/>
            <a:ext cx="0" cy="4782312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4476" y="1417320"/>
            <a:ext cx="0" cy="4782312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23192" y="1417320"/>
            <a:ext cx="0" cy="4782312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" y="420624"/>
            <a:ext cx="347472" cy="0"/>
          </a:xfrm>
          <a:prstGeom prst="line">
            <a:avLst/>
          </a:prstGeom>
          <a:ln w="3810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2286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WORKLOAD MODELING  /  TIMING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2F9"/>
                </a:solidFill>
                <a:latin typeface="Grandview Display"/>
              </a:rPr>
              <a:t>Think Time &amp; 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115568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2C1CC"/>
                </a:solidFill>
                <a:latin typeface="Grandview Display"/>
              </a:rPr>
              <a:t>Where the delay sits changes the load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7276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C8A2"/>
                </a:solidFill>
                <a:latin typeface="Grandview Display"/>
              </a:rPr>
              <a:t>THINK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202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DELAY BETWEEN USER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57276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F8ED1"/>
                </a:solidFill>
                <a:latin typeface="Grandview Display"/>
              </a:rPr>
              <a:t>PACING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9202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INTERVAL BETWEEN WORKFLOWS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852928"/>
            <a:ext cx="4617720" cy="0"/>
          </a:xfrm>
          <a:prstGeom prst="line">
            <a:avLst/>
          </a:prstGeom>
          <a:ln w="1905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60704" y="2706624"/>
            <a:ext cx="73152" cy="146304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" y="2706624"/>
            <a:ext cx="73152" cy="292608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7008" y="2852928"/>
            <a:ext cx="73152" cy="146304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29284" y="2811780"/>
            <a:ext cx="82296" cy="82296"/>
          </a:xfrm>
          <a:prstGeom prst="ellipse">
            <a:avLst/>
          </a:prstGeom>
          <a:solidFill>
            <a:srgbClr val="F5F2F9"/>
          </a:solidFill>
          <a:ln w="1270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5175504" y="2706624"/>
            <a:ext cx="73152" cy="146304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48656" y="2706624"/>
            <a:ext cx="73152" cy="292608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321808" y="2852928"/>
            <a:ext cx="73152" cy="146304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244084" y="2811780"/>
            <a:ext cx="82296" cy="82296"/>
          </a:xfrm>
          <a:prstGeom prst="ellipse">
            <a:avLst/>
          </a:prstGeom>
          <a:solidFill>
            <a:srgbClr val="F5F2F9"/>
          </a:solidFill>
          <a:ln w="1270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04495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C1CC"/>
                </a:solidFill>
                <a:latin typeface="Grandview Display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04495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C1CC"/>
                </a:solidFill>
                <a:latin typeface="Grandview Display"/>
              </a:rPr>
              <a:t>NEXT 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17320" y="2505456"/>
            <a:ext cx="3621024" cy="0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17320" y="2423160"/>
            <a:ext cx="0" cy="164592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38344" y="2423160"/>
            <a:ext cx="0" cy="164592"/>
          </a:xfrm>
          <a:prstGeom prst="line">
            <a:avLst/>
          </a:prstGeom>
          <a:ln w="254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86000" y="2249424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C8A2"/>
                </a:solidFill>
                <a:latin typeface="Grandview Display"/>
              </a:rPr>
              <a:t>THINK TIME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75120" y="2852928"/>
            <a:ext cx="4617720" cy="0"/>
          </a:xfrm>
          <a:prstGeom prst="line">
            <a:avLst/>
          </a:prstGeom>
          <a:ln w="1905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022592" y="2633472"/>
            <a:ext cx="0" cy="219456"/>
          </a:xfrm>
          <a:prstGeom prst="line">
            <a:avLst/>
          </a:prstGeom>
          <a:ln w="3048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41464" y="2468880"/>
            <a:ext cx="0" cy="384048"/>
          </a:xfrm>
          <a:prstGeom prst="line">
            <a:avLst/>
          </a:prstGeom>
          <a:ln w="3048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260336" y="2578608"/>
            <a:ext cx="0" cy="274320"/>
          </a:xfrm>
          <a:prstGeom prst="line">
            <a:avLst/>
          </a:prstGeom>
          <a:ln w="3048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981444" y="2811780"/>
            <a:ext cx="82296" cy="82296"/>
          </a:xfrm>
          <a:prstGeom prst="ellipse">
            <a:avLst/>
          </a:prstGeom>
          <a:solidFill>
            <a:srgbClr val="F5F2F9"/>
          </a:solidFill>
          <a:ln w="12700">
            <a:solidFill>
              <a:srgbClr val="BF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 flipV="1">
            <a:off x="10588752" y="2633472"/>
            <a:ext cx="0" cy="219456"/>
          </a:xfrm>
          <a:prstGeom prst="line">
            <a:avLst/>
          </a:prstGeom>
          <a:ln w="3048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707624" y="2468880"/>
            <a:ext cx="0" cy="384048"/>
          </a:xfrm>
          <a:prstGeom prst="line">
            <a:avLst/>
          </a:prstGeom>
          <a:ln w="3048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826496" y="2578608"/>
            <a:ext cx="0" cy="274320"/>
          </a:xfrm>
          <a:prstGeom prst="line">
            <a:avLst/>
          </a:prstGeom>
          <a:ln w="3048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547604" y="2811780"/>
            <a:ext cx="82296" cy="82296"/>
          </a:xfrm>
          <a:prstGeom prst="ellipse">
            <a:avLst/>
          </a:prstGeom>
          <a:solidFill>
            <a:srgbClr val="F5F2F9"/>
          </a:solidFill>
          <a:ln w="12700">
            <a:solidFill>
              <a:srgbClr val="BF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5392" y="3044952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C1CC"/>
                </a:solidFill>
                <a:latin typeface="Grandview Display"/>
              </a:rPr>
              <a:t>WORKFLOW 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8128" y="30449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C1CC"/>
                </a:solidFill>
                <a:latin typeface="Grandview Display"/>
              </a:rPr>
              <a:t>NEXT START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22592" y="2505456"/>
            <a:ext cx="3566160" cy="0"/>
          </a:xfrm>
          <a:prstGeom prst="line">
            <a:avLst/>
          </a:prstGeom>
          <a:ln w="254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22592" y="2423160"/>
            <a:ext cx="0" cy="164592"/>
          </a:xfrm>
          <a:prstGeom prst="line">
            <a:avLst/>
          </a:prstGeom>
          <a:ln w="254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88752" y="2423160"/>
            <a:ext cx="0" cy="164592"/>
          </a:xfrm>
          <a:prstGeom prst="line">
            <a:avLst/>
          </a:prstGeom>
          <a:ln w="254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808975" y="224942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F8ED1"/>
                </a:solidFill>
                <a:latin typeface="Grandview Display"/>
              </a:rPr>
              <a:t>PACING INTERVAL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1248" y="3895344"/>
            <a:ext cx="164592" cy="0"/>
          </a:xfrm>
          <a:prstGeom prst="line">
            <a:avLst/>
          </a:prstGeom>
          <a:ln w="381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15568" y="3749039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2F9"/>
                </a:solidFill>
                <a:latin typeface="Grandview Display"/>
              </a:rPr>
              <a:t>Simulation of ”real” user actions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41248" y="4498848"/>
            <a:ext cx="164592" cy="0"/>
          </a:xfrm>
          <a:prstGeom prst="line">
            <a:avLst/>
          </a:prstGeom>
          <a:ln w="381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15568" y="4352544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2F9"/>
                </a:solidFill>
                <a:latin typeface="Grandview Display"/>
              </a:rPr>
              <a:t>Helps to better simulate user workflow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1248" y="5102352"/>
            <a:ext cx="164592" cy="0"/>
          </a:xfrm>
          <a:prstGeom prst="line">
            <a:avLst/>
          </a:prstGeom>
          <a:ln w="381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5568" y="4956048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2F9"/>
                </a:solidFill>
                <a:latin typeface="Grandview Display"/>
              </a:rPr>
              <a:t>Helps create more meaningful metrics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88254" y="4059936"/>
            <a:ext cx="164591" cy="0"/>
          </a:xfrm>
          <a:prstGeom prst="line">
            <a:avLst/>
          </a:prstGeom>
          <a:ln w="381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62574" y="3913631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2F9"/>
                </a:solidFill>
                <a:latin typeface="Grandview Display"/>
              </a:rPr>
              <a:t>Interval between workflows of individual users/sessions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8253" y="4791456"/>
            <a:ext cx="164591" cy="0"/>
          </a:xfrm>
          <a:prstGeom prst="line">
            <a:avLst/>
          </a:prstGeom>
          <a:ln w="381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862573" y="464515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2F9"/>
                </a:solidFill>
                <a:latin typeface="Grandview Display"/>
              </a:rPr>
              <a:t>Helps create more realistic load on the system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1248" y="5870448"/>
            <a:ext cx="10424160" cy="0"/>
          </a:xfrm>
          <a:prstGeom prst="line">
            <a:avLst/>
          </a:prstGeom>
          <a:ln w="1524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1248" y="591616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C8A2"/>
                </a:solidFill>
                <a:latin typeface="Grandview Display"/>
              </a:rPr>
              <a:t>INSIDE THE JOURNEY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916168"/>
            <a:ext cx="21214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F8ED1"/>
                </a:solidFill>
                <a:latin typeface="Grandview Display"/>
              </a:rPr>
              <a:t>BETWEEN JOURNEYS</a:t>
            </a:r>
          </a:p>
        </p:txBody>
      </p:sp>
    </p:spTree>
    <p:extLst>
      <p:ext uri="{BB962C8B-B14F-4D97-AF65-F5344CB8AC3E}">
        <p14:creationId xmlns:p14="http://schemas.microsoft.com/office/powerpoint/2010/main" val="1580932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65760" y="1417320"/>
            <a:ext cx="11457432" cy="0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65760" y="6199632"/>
            <a:ext cx="11457432" cy="0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65760" y="1417320"/>
            <a:ext cx="0" cy="4782312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23192" y="1417320"/>
            <a:ext cx="0" cy="4782312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" y="420624"/>
            <a:ext cx="347472" cy="0"/>
          </a:xfrm>
          <a:prstGeom prst="line">
            <a:avLst/>
          </a:prstGeom>
          <a:ln w="3810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28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WORKLOAD MODELING  /  ARRIVAL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2F9"/>
                </a:solidFill>
                <a:latin typeface="Grandview Display"/>
              </a:rPr>
              <a:t>Arrival rate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115568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2C1CC"/>
                </a:solidFill>
                <a:latin typeface="Grandview Display"/>
              </a:rPr>
              <a:t>Control when new sessions enter the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44475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25C8A2"/>
                </a:solidFill>
                <a:latin typeface="Grandview Display"/>
              </a:rPr>
              <a:t>SCHEDULED START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162763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F8ED1"/>
                </a:solidFill>
                <a:latin typeface="Grandview Display"/>
              </a:rPr>
              <a:t>TIMING + DISTRIBUTION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2788920"/>
            <a:ext cx="10241280" cy="0"/>
          </a:xfrm>
          <a:prstGeom prst="line">
            <a:avLst/>
          </a:prstGeom>
          <a:ln w="2540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 flipV="1">
            <a:off x="1261872" y="2221991"/>
            <a:ext cx="0" cy="566929"/>
          </a:xfrm>
          <a:prstGeom prst="line">
            <a:avLst/>
          </a:prstGeom>
          <a:ln w="381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211580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2176272" y="2221991"/>
            <a:ext cx="0" cy="566929"/>
          </a:xfrm>
          <a:prstGeom prst="line">
            <a:avLst/>
          </a:prstGeom>
          <a:ln w="381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25979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 flipV="1">
            <a:off x="3703320" y="2221991"/>
            <a:ext cx="0" cy="566929"/>
          </a:xfrm>
          <a:prstGeom prst="line">
            <a:avLst/>
          </a:prstGeom>
          <a:ln w="3810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653027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197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4773168" y="2221991"/>
            <a:ext cx="0" cy="566929"/>
          </a:xfrm>
          <a:prstGeom prst="line">
            <a:avLst/>
          </a:prstGeom>
          <a:ln w="3810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722876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197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V="1">
            <a:off x="6876288" y="2221991"/>
            <a:ext cx="0" cy="566929"/>
          </a:xfrm>
          <a:prstGeom prst="line">
            <a:avLst/>
          </a:prstGeom>
          <a:ln w="381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825996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BF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V="1">
            <a:off x="7955279" y="2221991"/>
            <a:ext cx="0" cy="566929"/>
          </a:xfrm>
          <a:prstGeom prst="line">
            <a:avLst/>
          </a:prstGeom>
          <a:ln w="381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904988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BF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 flipV="1">
            <a:off x="9646920" y="2221991"/>
            <a:ext cx="0" cy="566929"/>
          </a:xfrm>
          <a:prstGeom prst="line">
            <a:avLst/>
          </a:prstGeom>
          <a:ln w="3810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596628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 flipV="1">
            <a:off x="10625328" y="2221991"/>
            <a:ext cx="0" cy="566929"/>
          </a:xfrm>
          <a:prstGeom prst="line">
            <a:avLst/>
          </a:prstGeom>
          <a:ln w="381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575036" y="2738627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BF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1261872" y="2029968"/>
            <a:ext cx="914400" cy="0"/>
          </a:xfrm>
          <a:prstGeom prst="line">
            <a:avLst/>
          </a:prstGeom>
          <a:ln w="2286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61872" y="1956816"/>
            <a:ext cx="0" cy="146304"/>
          </a:xfrm>
          <a:prstGeom prst="line">
            <a:avLst/>
          </a:prstGeom>
          <a:ln w="2286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76272" y="1956816"/>
            <a:ext cx="0" cy="146304"/>
          </a:xfrm>
          <a:prstGeom prst="line">
            <a:avLst/>
          </a:prstGeom>
          <a:ln w="2286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71600" y="1773936"/>
            <a:ext cx="6949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5C8A2"/>
                </a:solidFill>
                <a:latin typeface="Grandview Display"/>
              </a:rPr>
              <a:t>INTERVAL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703320" y="2029968"/>
            <a:ext cx="1069848" cy="0"/>
          </a:xfrm>
          <a:prstGeom prst="line">
            <a:avLst/>
          </a:prstGeom>
          <a:ln w="2286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703320" y="1956816"/>
            <a:ext cx="0" cy="146304"/>
          </a:xfrm>
          <a:prstGeom prst="line">
            <a:avLst/>
          </a:prstGeom>
          <a:ln w="2286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73168" y="1956816"/>
            <a:ext cx="0" cy="146304"/>
          </a:xfrm>
          <a:prstGeom prst="line">
            <a:avLst/>
          </a:prstGeom>
          <a:ln w="2286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890772" y="1773936"/>
            <a:ext cx="6949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973EB"/>
                </a:solidFill>
                <a:latin typeface="Grandview Display"/>
              </a:rPr>
              <a:t>INTERVAL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76288" y="2029968"/>
            <a:ext cx="1078991" cy="0"/>
          </a:xfrm>
          <a:prstGeom prst="line">
            <a:avLst/>
          </a:prstGeom>
          <a:ln w="2286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76288" y="1956816"/>
            <a:ext cx="0" cy="146304"/>
          </a:xfrm>
          <a:prstGeom prst="line">
            <a:avLst/>
          </a:prstGeom>
          <a:ln w="2286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955279" y="1956816"/>
            <a:ext cx="0" cy="146304"/>
          </a:xfrm>
          <a:prstGeom prst="line">
            <a:avLst/>
          </a:prstGeom>
          <a:ln w="2286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68312" y="1773936"/>
            <a:ext cx="6949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F8ED1"/>
                </a:solidFill>
                <a:latin typeface="Grandview Display"/>
              </a:rPr>
              <a:t>INTERVAL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3813048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C8A2"/>
                </a:solidFill>
                <a:latin typeface="Grandview Display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3886200"/>
            <a:ext cx="223113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FREQUENCY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1248" y="4361688"/>
            <a:ext cx="2944368" cy="0"/>
          </a:xfrm>
          <a:prstGeom prst="line">
            <a:avLst/>
          </a:prstGeom>
          <a:ln w="1778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41248" y="4498848"/>
            <a:ext cx="294436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5F2F9"/>
                </a:solidFill>
                <a:latin typeface="Grandview Display"/>
              </a:rPr>
              <a:t>Defines how frequently new virtual users or requests are started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1104" y="3813048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973EB"/>
                </a:solidFill>
                <a:latin typeface="Grandview Display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74336" y="3886200"/>
            <a:ext cx="25328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PATTERN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261104" y="4361688"/>
            <a:ext cx="3246120" cy="0"/>
          </a:xfrm>
          <a:prstGeom prst="line">
            <a:avLst/>
          </a:prstGeom>
          <a:ln w="1778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261104" y="4498848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5F2F9"/>
                </a:solidFill>
                <a:latin typeface="Grandview Display"/>
              </a:rPr>
              <a:t>Simulates real-world user or traffic arrival patterns by controlling the timing and distribution of session starts.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3568" y="3813048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F8ED1"/>
                </a:solidFill>
                <a:latin typeface="Grandview Display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3886200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OUTCOME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973568" y="4361688"/>
            <a:ext cx="3291840" cy="0"/>
          </a:xfrm>
          <a:prstGeom prst="line">
            <a:avLst/>
          </a:prstGeom>
          <a:ln w="1778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973568" y="4498848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5F2F9"/>
                </a:solidFill>
                <a:latin typeface="Grandview Display"/>
              </a:rPr>
              <a:t>Helps create realistic and predictable load on the system</a:t>
            </a:r>
          </a:p>
        </p:txBody>
      </p:sp>
      <p:cxnSp>
        <p:nvCxnSpPr>
          <p:cNvPr id="63" name="Connector 62"/>
          <p:cNvCxnSpPr>
            <a:cxnSpLocks/>
          </p:cNvCxnSpPr>
          <p:nvPr/>
        </p:nvCxnSpPr>
        <p:spPr>
          <a:xfrm>
            <a:off x="841248" y="5870448"/>
            <a:ext cx="10424160" cy="0"/>
          </a:xfrm>
          <a:prstGeom prst="line">
            <a:avLst/>
          </a:prstGeom>
          <a:ln w="1524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1248" y="59161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C8A2"/>
                </a:solidFill>
                <a:latin typeface="Grandview Display"/>
              </a:rPr>
              <a:t>CONTROL THE START PATTERN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7152" y="5925311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BF8ED1"/>
                </a:solidFill>
                <a:latin typeface="Grandview Display"/>
              </a:rPr>
              <a:t>BUILD PREDICTABLE LOAD</a:t>
            </a:r>
          </a:p>
        </p:txBody>
      </p:sp>
    </p:spTree>
    <p:extLst>
      <p:ext uri="{BB962C8B-B14F-4D97-AF65-F5344CB8AC3E}">
        <p14:creationId xmlns:p14="http://schemas.microsoft.com/office/powerpoint/2010/main" val="390873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65760" y="1417320"/>
            <a:ext cx="11457432" cy="0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65760" y="6199632"/>
            <a:ext cx="11457432" cy="0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65760" y="1417320"/>
            <a:ext cx="0" cy="4782312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23192" y="1417320"/>
            <a:ext cx="0" cy="4782312"/>
          </a:xfrm>
          <a:prstGeom prst="line">
            <a:avLst/>
          </a:prstGeom>
          <a:ln w="1016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" y="420624"/>
            <a:ext cx="347472" cy="0"/>
          </a:xfrm>
          <a:prstGeom prst="line">
            <a:avLst/>
          </a:prstGeom>
          <a:ln w="3810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28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WORKLOAD MODELING  /  ACTIVITY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2F9"/>
                </a:solidFill>
                <a:latin typeface="Grandview Display"/>
              </a:rPr>
              <a:t>User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115568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2C1CC"/>
                </a:solidFill>
                <a:latin typeface="Grandview Display"/>
              </a:rPr>
              <a:t>Shape which actions virtual users perform.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48132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25C8A2"/>
                </a:solidFill>
                <a:latin typeface="Grandview Display"/>
              </a:rPr>
              <a:t>CONCEPTUAL LOAD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5" y="18745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B2C1CC"/>
                </a:solidFill>
                <a:latin typeface="Grandview Display"/>
              </a:rPr>
              <a:t>COMMON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86537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B2C1CC"/>
                </a:solidFill>
                <a:latin typeface="Grandview Display"/>
              </a:rPr>
              <a:t>TARGETED EDGE CASES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2880360"/>
            <a:ext cx="10314432" cy="0"/>
          </a:xfrm>
          <a:prstGeom prst="line">
            <a:avLst/>
          </a:prstGeom>
          <a:ln w="2540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88720" y="2624328"/>
            <a:ext cx="0" cy="256032"/>
          </a:xfrm>
          <a:prstGeom prst="line">
            <a:avLst/>
          </a:prstGeom>
          <a:ln w="3302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43000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197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 flipV="1">
            <a:off x="1938528" y="2441448"/>
            <a:ext cx="0" cy="438912"/>
          </a:xfrm>
          <a:prstGeom prst="line">
            <a:avLst/>
          </a:prstGeom>
          <a:ln w="3302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892808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2688336" y="2441448"/>
            <a:ext cx="0" cy="438912"/>
          </a:xfrm>
          <a:prstGeom prst="line">
            <a:avLst/>
          </a:prstGeom>
          <a:ln w="3302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642616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3438144" y="2624328"/>
            <a:ext cx="0" cy="256032"/>
          </a:xfrm>
          <a:prstGeom prst="line">
            <a:avLst/>
          </a:prstGeom>
          <a:ln w="3302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392424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197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4187952" y="2441448"/>
            <a:ext cx="0" cy="438912"/>
          </a:xfrm>
          <a:prstGeom prst="line">
            <a:avLst/>
          </a:prstGeom>
          <a:ln w="3302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142232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4937760" y="2441448"/>
            <a:ext cx="0" cy="438912"/>
          </a:xfrm>
          <a:prstGeom prst="line">
            <a:avLst/>
          </a:prstGeom>
          <a:ln w="3302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901184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V="1">
            <a:off x="5687568" y="2624328"/>
            <a:ext cx="0" cy="256032"/>
          </a:xfrm>
          <a:prstGeom prst="line">
            <a:avLst/>
          </a:prstGeom>
          <a:ln w="3302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650992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197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 flipV="1">
            <a:off x="6437376" y="2441448"/>
            <a:ext cx="0" cy="438912"/>
          </a:xfrm>
          <a:prstGeom prst="line">
            <a:avLst/>
          </a:prstGeom>
          <a:ln w="3302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391656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 flipV="1">
            <a:off x="7187184" y="2441448"/>
            <a:ext cx="0" cy="438912"/>
          </a:xfrm>
          <a:prstGeom prst="line">
            <a:avLst/>
          </a:prstGeom>
          <a:ln w="3302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41464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25C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 flipV="1">
            <a:off x="7936992" y="2624328"/>
            <a:ext cx="0" cy="256032"/>
          </a:xfrm>
          <a:prstGeom prst="line">
            <a:avLst/>
          </a:prstGeom>
          <a:ln w="3302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891271" y="2834640"/>
            <a:ext cx="91440" cy="91440"/>
          </a:xfrm>
          <a:prstGeom prst="ellipse">
            <a:avLst/>
          </a:prstGeom>
          <a:solidFill>
            <a:srgbClr val="F5F2F9"/>
          </a:solidFill>
          <a:ln w="15240">
            <a:solidFill>
              <a:srgbClr val="197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 flipV="1">
            <a:off x="9345168" y="2240280"/>
            <a:ext cx="0" cy="640080"/>
          </a:xfrm>
          <a:prstGeom prst="line">
            <a:avLst/>
          </a:prstGeom>
          <a:ln w="381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294876" y="2830068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BF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 flipV="1">
            <a:off x="10099548" y="2624328"/>
            <a:ext cx="0" cy="256032"/>
          </a:xfrm>
          <a:prstGeom prst="line">
            <a:avLst/>
          </a:prstGeom>
          <a:ln w="3810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044684" y="2830068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197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V="1">
            <a:off x="10826496" y="2130552"/>
            <a:ext cx="0" cy="749808"/>
          </a:xfrm>
          <a:prstGeom prst="line">
            <a:avLst/>
          </a:prstGeom>
          <a:ln w="3810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776204" y="2830068"/>
            <a:ext cx="100584" cy="100584"/>
          </a:xfrm>
          <a:prstGeom prst="ellipse">
            <a:avLst/>
          </a:prstGeom>
          <a:solidFill>
            <a:srgbClr val="F5F2F9"/>
          </a:solidFill>
          <a:ln w="16510">
            <a:solidFill>
              <a:srgbClr val="BF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8577072" y="2267712"/>
            <a:ext cx="0" cy="896112"/>
          </a:xfrm>
          <a:prstGeom prst="line">
            <a:avLst/>
          </a:prstGeom>
          <a:ln w="1270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3108960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C8A2"/>
                </a:solidFill>
                <a:latin typeface="Grandview Display"/>
              </a:rPr>
              <a:t>MAJORITY OF 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0224" y="3108960"/>
            <a:ext cx="25054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F8ED1"/>
                </a:solidFill>
                <a:latin typeface="Grandview Display"/>
              </a:rPr>
              <a:t>EDGE-CASE EXPLORATION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367588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DEFINITION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3995928"/>
            <a:ext cx="3401568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5F2F9"/>
                </a:solidFill>
                <a:latin typeface="Grandview Display"/>
              </a:rPr>
              <a:t>A way of describing the kind of actions your virtual users are performing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98848" y="3657600"/>
            <a:ext cx="0" cy="1938528"/>
          </a:xfrm>
          <a:prstGeom prst="line">
            <a:avLst/>
          </a:prstGeom>
          <a:ln w="12700">
            <a:solidFill>
              <a:srgbClr val="132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846320" y="3657600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C8A2"/>
                </a:solidFill>
                <a:latin typeface="Grandview Display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36941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PRIORITIZE THE COMMON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846320" y="4114800"/>
            <a:ext cx="6108192" cy="0"/>
          </a:xfrm>
          <a:prstGeom prst="line">
            <a:avLst/>
          </a:prstGeom>
          <a:ln w="17780">
            <a:solidFill>
              <a:srgbClr val="25C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846320" y="4242816"/>
            <a:ext cx="610819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5F2F9"/>
                </a:solidFill>
                <a:latin typeface="Grandview Display"/>
              </a:rPr>
              <a:t>Common actions/activities should reflect the majority of load in most cases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4937760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F8ED1"/>
                </a:solidFill>
                <a:latin typeface="Grandview Display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2120" y="497433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2C1CC"/>
                </a:solidFill>
                <a:latin typeface="Grandview Display"/>
              </a:rPr>
              <a:t>PROBE THE UNCOMMON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846320" y="5394960"/>
            <a:ext cx="6108192" cy="0"/>
          </a:xfrm>
          <a:prstGeom prst="line">
            <a:avLst/>
          </a:prstGeom>
          <a:ln w="17780">
            <a:solidFill>
              <a:srgbClr val="BF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46320" y="5486400"/>
            <a:ext cx="6108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5F2F9"/>
                </a:solidFill>
                <a:latin typeface="Grandview Display"/>
              </a:rPr>
              <a:t>Uncommon distributions can be used to look for edge cases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41248" y="5870448"/>
            <a:ext cx="9582912" cy="0"/>
          </a:xfrm>
          <a:prstGeom prst="line">
            <a:avLst/>
          </a:prstGeom>
          <a:ln w="15240">
            <a:solidFill>
              <a:srgbClr val="197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41248" y="591616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C8A2"/>
                </a:solidFill>
                <a:latin typeface="Grandview Display"/>
              </a:rPr>
              <a:t>MODEL THE MAJORITY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5916168"/>
            <a:ext cx="11612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F8ED1"/>
                </a:solidFill>
                <a:latin typeface="Grandview Display"/>
              </a:rPr>
              <a:t>TEST THE EDGES</a:t>
            </a:r>
          </a:p>
        </p:txBody>
      </p:sp>
    </p:spTree>
    <p:extLst>
      <p:ext uri="{BB962C8B-B14F-4D97-AF65-F5344CB8AC3E}">
        <p14:creationId xmlns:p14="http://schemas.microsoft.com/office/powerpoint/2010/main" val="101909599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232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Next LT Pro</vt:lpstr>
      <vt:lpstr>Grandview Display</vt:lpstr>
      <vt:lpstr>DashVTI</vt:lpstr>
      <vt:lpstr>Workload Modeling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7</cp:revision>
  <dcterms:created xsi:type="dcterms:W3CDTF">2026-03-17T15:14:36Z</dcterms:created>
  <dcterms:modified xsi:type="dcterms:W3CDTF">2026-10-14T16:24:25Z</dcterms:modified>
</cp:coreProperties>
</file>